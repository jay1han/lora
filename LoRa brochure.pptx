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BB916D-F842-CECA-623D-45776FD90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A60BF50-24A5-700F-A7A7-4F3C391E4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D93747-B88C-10B8-AB7C-B864F487F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9B1F-F245-4E6B-A264-3C61DD4B1419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DEC228-509F-0370-F9DB-BF6D99161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328339-CABA-36E0-5CC6-66F2C169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7D87-C62A-4EA3-9B07-EEC0043AFC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31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B301A-AE84-FBAA-B33C-121AB54B7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E1367-77E8-8B99-D8F4-123A71006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CC14B2-72C4-B21E-C84F-DA261FF7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9B1F-F245-4E6B-A264-3C61DD4B1419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543CC2-8702-C179-EB88-D460C87C7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6B98C6-9447-1B7D-05B0-099CB76B6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7D87-C62A-4EA3-9B07-EEC0043AFC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187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23F1A9-5C38-D8BB-1C1A-4802E391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10D9DD-A395-637D-4093-1C3C67818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2E4978-E227-DC2C-EC5A-F9E63F7A4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9B1F-F245-4E6B-A264-3C61DD4B1419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851D37-2BDE-59E6-87B0-E7456FB0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2A4360-50F7-C027-F507-EB3EC105F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7D87-C62A-4EA3-9B07-EEC0043AFC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997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EB212D-9A32-AB69-8EFC-DD1CF5115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39FD7F-297C-28F0-39D8-6187892B9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16F5F0-DD3A-78BC-183C-F0045DF76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78C305-C6AA-0599-A12E-768F6C098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9B1F-F245-4E6B-A264-3C61DD4B1419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2BCF28-AAA0-23F2-B594-A2A0BD3D8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926844-EC25-22C8-DA16-3649A5633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7D87-C62A-4EA3-9B07-EEC0043AFC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114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1994F-7741-8551-F307-CC2C9452A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5EF38E-BDAB-460B-A469-20AF30360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1C726B-2BC4-84B0-F04F-3BDE336A0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F1549A-CE06-8D7B-382A-DE1A9B22D6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9AB41A4-5B6A-1E41-9348-6F66EB0E29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10C7BE-410F-C0FC-EB58-523B85158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9B1F-F245-4E6B-A264-3C61DD4B1419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0F9A186-90E8-027F-8FFF-D77FDA0E3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5A9B9C-29DD-232F-0498-B502ED1E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7D87-C62A-4EA3-9B07-EEC0043AFC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785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9DF186-9620-7045-33C3-7532B44E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109AD6-9805-284E-DF2A-F720770FB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9B1F-F245-4E6B-A264-3C61DD4B1419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F010A7-E7AD-F40F-84F6-8C7C94DC9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9AF007-6CEE-B1E8-A2A9-A3922EF0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7D87-C62A-4EA3-9B07-EEC0043AFC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4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EE9349-6D55-CF90-2ABB-C2908380F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9B1F-F245-4E6B-A264-3C61DD4B1419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A055B3-D9FF-CDC3-A2EA-656CDC7B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054A9C-08E7-4C7C-0747-8E7CCB0F5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7D87-C62A-4EA3-9B07-EEC0043AFC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934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73AF36-F778-8678-08C2-EE278853F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3C5306-650F-907E-87C7-E90155A08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52FAE7-9DAD-D080-4051-F5419148C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FB6D47-6AA9-AC40-3236-4B616A7A4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9B1F-F245-4E6B-A264-3C61DD4B1419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90A94C-29F8-E774-D99F-30B602849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084F9D-D827-5010-6BB0-608781CF4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7D87-C62A-4EA3-9B07-EEC0043AFC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751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49C2D5-AF4E-E14E-4A2B-8C5AE0E33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A06D91D-7F79-107F-E876-0DB68E57C4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B4334D-5274-52F1-91A9-A50C40435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8505D5-09DB-E08C-3161-1EF1D4C5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9B1F-F245-4E6B-A264-3C61DD4B1419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AB0680-431D-CFEA-8F46-CEB39885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E48734-211A-4047-4303-8397ABA6C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7D87-C62A-4EA3-9B07-EEC0043AFC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029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A3772-BA41-B469-BBB5-B675ADC10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856E5C-264A-F97D-4C1F-35F0FA320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017F3B-3047-1C3C-FBE4-5225AADFA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9B1F-F245-4E6B-A264-3C61DD4B1419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D695A9-F9DF-6F98-6075-CC3895D59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BF33A6-54E9-C677-B88C-90E9ECBA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7D87-C62A-4EA3-9B07-EEC0043AFC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949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803722A-1D5A-7C63-12EF-8EB7F8552F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4DAD9D-F9D2-6259-DE2C-14C803E20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0BC320-E02D-B7D3-47F3-F23A86074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9B1F-F245-4E6B-A264-3C61DD4B1419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A2338C-700C-7A37-B5FC-DCD20AD83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A2F978-C008-9FF5-4B80-ED499B8B7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17D87-C62A-4EA3-9B07-EEC0043AFC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56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8062C0-FD25-5983-B012-B550C4FBE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C355EE-BC4E-13DF-8D08-63D583AA7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835E0B-2DDD-C7EE-7817-66BEF7359C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F9B1F-F245-4E6B-A264-3C61DD4B1419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ED3D99-1998-6492-13CB-113A3A18D7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CC92FD-4CEF-263B-4EBC-E28FFAC0DA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F17D87-C62A-4EA3-9B07-EEC0043AFC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269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0E6B8D-D4BB-59A8-EE29-2A8524C491EB}"/>
              </a:ext>
            </a:extLst>
          </p:cNvPr>
          <p:cNvSpPr txBox="1"/>
          <p:nvPr/>
        </p:nvSpPr>
        <p:spPr>
          <a:xfrm>
            <a:off x="2697569" y="411982"/>
            <a:ext cx="6043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ko-KR" dirty="0">
                <a:latin typeface="Aptos Display" panose="020B0004020202020204" pitchFamily="34" charset="0"/>
              </a:rPr>
              <a:t>Application LoRa pour mesure atmosphérique basse fréquence</a:t>
            </a:r>
            <a:endParaRPr lang="ko-KR" altLang="en-US" dirty="0"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2F7933-371D-9422-137B-95BA425EEA55}"/>
              </a:ext>
            </a:extLst>
          </p:cNvPr>
          <p:cNvSpPr txBox="1"/>
          <p:nvPr/>
        </p:nvSpPr>
        <p:spPr>
          <a:xfrm>
            <a:off x="769960" y="1712351"/>
            <a:ext cx="2455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ko-KR" dirty="0">
                <a:latin typeface="Aptos Display" panose="020B0004020202020204" pitchFamily="34" charset="0"/>
              </a:rPr>
              <a:t>Capteur atmosphérique</a:t>
            </a:r>
            <a:endParaRPr lang="ko-KR" altLang="en-US" dirty="0"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12B94-163D-92AF-9B64-AF0C8FA7E151}"/>
              </a:ext>
            </a:extLst>
          </p:cNvPr>
          <p:cNvSpPr txBox="1"/>
          <p:nvPr/>
        </p:nvSpPr>
        <p:spPr>
          <a:xfrm>
            <a:off x="769960" y="4776317"/>
            <a:ext cx="32493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ko-KR" dirty="0">
                <a:latin typeface="Aptos Display" panose="020B0004020202020204" pitchFamily="34" charset="0"/>
              </a:rPr>
              <a:t>Fréquence de mesure : 1/heure</a:t>
            </a:r>
          </a:p>
          <a:p>
            <a:r>
              <a:rPr lang="fr-FR" altLang="ko-KR" dirty="0">
                <a:latin typeface="Aptos Display" panose="020B0004020202020204" pitchFamily="34" charset="0"/>
              </a:rPr>
              <a:t>Distance à la base : plusieurs km (ou plusieurs étages)</a:t>
            </a:r>
          </a:p>
          <a:p>
            <a:r>
              <a:rPr lang="fr-FR" altLang="ko-KR" dirty="0">
                <a:latin typeface="Aptos Display" panose="020B0004020202020204" pitchFamily="34" charset="0"/>
              </a:rPr>
              <a:t>Alimentation par 3 piles AA : endurance de plusieurs mois</a:t>
            </a:r>
            <a:endParaRPr lang="ko-KR" altLang="en-US" dirty="0">
              <a:latin typeface="Aptos Display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A46DD8-EC22-A224-60FD-04894BC959CF}"/>
              </a:ext>
            </a:extLst>
          </p:cNvPr>
          <p:cNvSpPr txBox="1"/>
          <p:nvPr/>
        </p:nvSpPr>
        <p:spPr>
          <a:xfrm>
            <a:off x="8016496" y="1712351"/>
            <a:ext cx="2455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ko-KR" dirty="0">
                <a:latin typeface="Aptos Display" panose="020B0004020202020204" pitchFamily="34" charset="0"/>
              </a:rPr>
              <a:t>Relai MQTT</a:t>
            </a:r>
            <a:endParaRPr lang="ko-KR" altLang="en-US" dirty="0">
              <a:latin typeface="Aptos Display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51CDD4-452A-A5DB-CBCD-0FAF017A6283}"/>
              </a:ext>
            </a:extLst>
          </p:cNvPr>
          <p:cNvSpPr txBox="1"/>
          <p:nvPr/>
        </p:nvSpPr>
        <p:spPr>
          <a:xfrm>
            <a:off x="8016495" y="4776317"/>
            <a:ext cx="33280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ko-KR" dirty="0">
                <a:latin typeface="Aptos Display" panose="020B0004020202020204" pitchFamily="34" charset="0"/>
              </a:rPr>
              <a:t>Alimentation : 5V 200mA max.</a:t>
            </a:r>
          </a:p>
          <a:p>
            <a:r>
              <a:rPr lang="fr-FR" altLang="ko-KR" dirty="0">
                <a:latin typeface="Aptos Display" panose="020B0004020202020204" pitchFamily="34" charset="0"/>
              </a:rPr>
              <a:t>Connexion Wi-Fi au broker MQTT</a:t>
            </a:r>
          </a:p>
          <a:p>
            <a:r>
              <a:rPr lang="fr-FR" altLang="ko-KR" dirty="0">
                <a:latin typeface="Aptos Display" panose="020B0004020202020204" pitchFamily="34" charset="0"/>
              </a:rPr>
              <a:t>Intégration à Home Assistant</a:t>
            </a:r>
            <a:endParaRPr lang="ko-KR" altLang="en-US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434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55</Words>
  <Application>Microsoft Office PowerPoint</Application>
  <PresentationFormat>와이드스크린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HAN</dc:creator>
  <cp:lastModifiedBy>Jay HAN</cp:lastModifiedBy>
  <cp:revision>2</cp:revision>
  <dcterms:created xsi:type="dcterms:W3CDTF">2025-10-03T08:21:04Z</dcterms:created>
  <dcterms:modified xsi:type="dcterms:W3CDTF">2025-10-03T09:04:40Z</dcterms:modified>
</cp:coreProperties>
</file>