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42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144" y="-183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7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97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10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3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1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35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7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6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76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E9CC-82FD-4C58-907E-8B0474080E1D}" type="datetimeFigureOut">
              <a:rPr lang="ko-KR" altLang="en-US" smtClean="0"/>
              <a:t>2023-10-25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2A396-C767-439D-B82A-75296C7DC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07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TextBox 809">
            <a:extLst>
              <a:ext uri="{FF2B5EF4-FFF2-40B4-BE49-F238E27FC236}">
                <a16:creationId xmlns:a16="http://schemas.microsoft.com/office/drawing/2014/main" id="{73C1937F-262A-15F8-B16D-97D9AE30413E}"/>
              </a:ext>
            </a:extLst>
          </p:cNvPr>
          <p:cNvSpPr txBox="1"/>
          <p:nvPr/>
        </p:nvSpPr>
        <p:spPr>
          <a:xfrm>
            <a:off x="5400000" y="540000"/>
            <a:ext cx="4320000" cy="5170646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/>
              <a:t>Buck module: remove pins, solder only 5V pin. Place on PCB, fold 5V pin toward C and solder there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Red wire upside through W and I, fold toward V and J respectively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Boost. Fold pins Vo-H, GND-N and Vi-E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Red wire runs underside from H to J-I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Boost Vo over module red wire to R pass-through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10K underside through S and back through O. A dangles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Prepare C3: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Solder all pins except G, T, A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Yellow core pins point up (incl. O), soldered underside. Violet pins must have enough length underside to solder to PCB for support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Remove bottom spacers. Keep upper spacers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C3, fold pins V-W and solder all including upper-pointing pins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10K’s A leg up to C3. Ensure S-O is linked between PCB and C3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Braid together 1 strand each of black and wrapper wires, solder through T from underside up to C3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100K topside, through B and A (</a:t>
            </a:r>
            <a:r>
              <a:rPr lang="en-US" altLang="ko-KR" sz="1100" dirty="0" err="1"/>
              <a:t>castillation</a:t>
            </a:r>
            <a:r>
              <a:rPr lang="en-US" altLang="ko-KR" sz="1100" dirty="0"/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transistor underside at D, G (up to C3), S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AHT10 on PCB and insert 4-pin header from underneath. Solder from upside, then remove spacers. Wrap wires underside with C3.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Solder battery wires from B and T underside peeking up and toward connector legs (L, M). Blue wire to Boost Vi underside via B.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Place battery connector, fold pins and solder.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Black wire from M to N is topside, at N fold toward O-S and solder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Relay: clip NC pin and solder underside C, R, I, D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Glue-gun Relay to PCB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Populate LoRa pins except VCC and GND. DIO is NC. Yellow core pins point up, so headers are inserted from above and soldered underside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LoRa VCC and GND are pass-through from underside to Buck module</a:t>
            </a:r>
          </a:p>
          <a:p>
            <a:pPr marL="228600" indent="-228600">
              <a:buAutoNum type="arabicPeriod"/>
            </a:pPr>
            <a:r>
              <a:rPr lang="en-US" altLang="ko-KR" sz="1100" dirty="0"/>
              <a:t>Wrap SPI wires topside between LoRa and C3</a:t>
            </a:r>
          </a:p>
        </p:txBody>
      </p:sp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ACD57EF3-24C5-171A-1073-DF2BE8869650}"/>
              </a:ext>
            </a:extLst>
          </p:cNvPr>
          <p:cNvGrpSpPr/>
          <p:nvPr/>
        </p:nvGrpSpPr>
        <p:grpSpPr>
          <a:xfrm>
            <a:off x="360000" y="1441333"/>
            <a:ext cx="4320000" cy="2880000"/>
            <a:chOff x="3600000" y="3600000"/>
            <a:chExt cx="4320000" cy="2880000"/>
          </a:xfrm>
        </p:grpSpPr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06DBAD76-570D-2111-DC03-10E075387060}"/>
                </a:ext>
              </a:extLst>
            </p:cNvPr>
            <p:cNvSpPr/>
            <p:nvPr/>
          </p:nvSpPr>
          <p:spPr>
            <a:xfrm>
              <a:off x="3600000" y="3600000"/>
              <a:ext cx="4320000" cy="2880000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77700D6-5336-C099-B4A3-B8589B6ED2C2}"/>
                </a:ext>
              </a:extLst>
            </p:cNvPr>
            <p:cNvSpPr/>
            <p:nvPr/>
          </p:nvSpPr>
          <p:spPr>
            <a:xfrm>
              <a:off x="39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AD6C68A-C139-4920-96F2-4388A6E1814B}"/>
                </a:ext>
              </a:extLst>
            </p:cNvPr>
            <p:cNvSpPr/>
            <p:nvPr/>
          </p:nvSpPr>
          <p:spPr>
            <a:xfrm>
              <a:off x="39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A582A84-2E51-C17A-AF9E-0860B355CBD5}"/>
                </a:ext>
              </a:extLst>
            </p:cNvPr>
            <p:cNvSpPr/>
            <p:nvPr/>
          </p:nvSpPr>
          <p:spPr>
            <a:xfrm>
              <a:off x="39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4F1F9F1-C364-E802-1A9F-1A11B4B5FA64}"/>
                </a:ext>
              </a:extLst>
            </p:cNvPr>
            <p:cNvSpPr/>
            <p:nvPr/>
          </p:nvSpPr>
          <p:spPr>
            <a:xfrm>
              <a:off x="39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09678EC-4A67-34DD-5E72-7C57247CF2D1}"/>
                </a:ext>
              </a:extLst>
            </p:cNvPr>
            <p:cNvSpPr/>
            <p:nvPr/>
          </p:nvSpPr>
          <p:spPr>
            <a:xfrm>
              <a:off x="39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C502EDC-F451-A655-A64A-C5F8B1D1CDDB}"/>
                </a:ext>
              </a:extLst>
            </p:cNvPr>
            <p:cNvSpPr/>
            <p:nvPr/>
          </p:nvSpPr>
          <p:spPr>
            <a:xfrm>
              <a:off x="39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558AF75-BEE9-ED21-7696-DD6BE3A6C642}"/>
                </a:ext>
              </a:extLst>
            </p:cNvPr>
            <p:cNvSpPr/>
            <p:nvPr/>
          </p:nvSpPr>
          <p:spPr>
            <a:xfrm>
              <a:off x="39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F36E8D5-40EE-3CCB-E07F-A13E4901B8A7}"/>
                </a:ext>
              </a:extLst>
            </p:cNvPr>
            <p:cNvSpPr/>
            <p:nvPr/>
          </p:nvSpPr>
          <p:spPr>
            <a:xfrm>
              <a:off x="39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3C96484-DAC8-883F-9A4F-6BC60740CE4F}"/>
                </a:ext>
              </a:extLst>
            </p:cNvPr>
            <p:cNvSpPr/>
            <p:nvPr/>
          </p:nvSpPr>
          <p:spPr>
            <a:xfrm>
              <a:off x="39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7BDC756-EF63-2BAE-BCBF-686ACC5A9BB9}"/>
                </a:ext>
              </a:extLst>
            </p:cNvPr>
            <p:cNvSpPr/>
            <p:nvPr/>
          </p:nvSpPr>
          <p:spPr>
            <a:xfrm>
              <a:off x="39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DE85903-1056-F5BD-B898-EE4F40F6B1B6}"/>
                </a:ext>
              </a:extLst>
            </p:cNvPr>
            <p:cNvSpPr/>
            <p:nvPr/>
          </p:nvSpPr>
          <p:spPr>
            <a:xfrm>
              <a:off x="41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DCFD03D-5AC5-34BD-00AF-11C305A3EE36}"/>
                </a:ext>
              </a:extLst>
            </p:cNvPr>
            <p:cNvSpPr/>
            <p:nvPr/>
          </p:nvSpPr>
          <p:spPr>
            <a:xfrm>
              <a:off x="41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4BA2CD3-CDA4-6C0E-A021-50EC7D9376C7}"/>
                </a:ext>
              </a:extLst>
            </p:cNvPr>
            <p:cNvSpPr/>
            <p:nvPr/>
          </p:nvSpPr>
          <p:spPr>
            <a:xfrm>
              <a:off x="41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7348296-F4A6-C2AC-0CD1-D976B485C309}"/>
                </a:ext>
              </a:extLst>
            </p:cNvPr>
            <p:cNvSpPr/>
            <p:nvPr/>
          </p:nvSpPr>
          <p:spPr>
            <a:xfrm>
              <a:off x="41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D229A31-3C70-1771-3B47-798218B67652}"/>
                </a:ext>
              </a:extLst>
            </p:cNvPr>
            <p:cNvSpPr/>
            <p:nvPr/>
          </p:nvSpPr>
          <p:spPr>
            <a:xfrm>
              <a:off x="41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816E745-A529-E09B-F08B-66558DEF89A1}"/>
                </a:ext>
              </a:extLst>
            </p:cNvPr>
            <p:cNvSpPr/>
            <p:nvPr/>
          </p:nvSpPr>
          <p:spPr>
            <a:xfrm>
              <a:off x="41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DC195FA-9731-5FBE-6A1B-79B0C4C7B885}"/>
                </a:ext>
              </a:extLst>
            </p:cNvPr>
            <p:cNvSpPr/>
            <p:nvPr/>
          </p:nvSpPr>
          <p:spPr>
            <a:xfrm>
              <a:off x="41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506BE1C-C721-6AB0-E1B0-7419C30253AD}"/>
                </a:ext>
              </a:extLst>
            </p:cNvPr>
            <p:cNvSpPr/>
            <p:nvPr/>
          </p:nvSpPr>
          <p:spPr>
            <a:xfrm>
              <a:off x="41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50CB4EF-26DC-CBDF-9AE4-D538973222AD}"/>
                </a:ext>
              </a:extLst>
            </p:cNvPr>
            <p:cNvSpPr/>
            <p:nvPr/>
          </p:nvSpPr>
          <p:spPr>
            <a:xfrm>
              <a:off x="41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175C7D2-7806-555E-7524-8C65E58E5B5D}"/>
                </a:ext>
              </a:extLst>
            </p:cNvPr>
            <p:cNvSpPr/>
            <p:nvPr/>
          </p:nvSpPr>
          <p:spPr>
            <a:xfrm>
              <a:off x="41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9D8394F-9704-CC4B-FB08-7DAA6E061E05}"/>
                </a:ext>
              </a:extLst>
            </p:cNvPr>
            <p:cNvSpPr/>
            <p:nvPr/>
          </p:nvSpPr>
          <p:spPr>
            <a:xfrm>
              <a:off x="43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18C6B51-59D9-5651-5331-92F898DD7EE4}"/>
                </a:ext>
              </a:extLst>
            </p:cNvPr>
            <p:cNvSpPr/>
            <p:nvPr/>
          </p:nvSpPr>
          <p:spPr>
            <a:xfrm>
              <a:off x="43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77C80C8-F0E4-0C75-4503-1B1BCE6A42A3}"/>
                </a:ext>
              </a:extLst>
            </p:cNvPr>
            <p:cNvSpPr/>
            <p:nvPr/>
          </p:nvSpPr>
          <p:spPr>
            <a:xfrm>
              <a:off x="43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B6F7DF-8BE5-999F-30A1-1E083DF63DD0}"/>
                </a:ext>
              </a:extLst>
            </p:cNvPr>
            <p:cNvSpPr/>
            <p:nvPr/>
          </p:nvSpPr>
          <p:spPr>
            <a:xfrm>
              <a:off x="43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4F1833-94DF-7A70-7E3C-328CED6036F5}"/>
                </a:ext>
              </a:extLst>
            </p:cNvPr>
            <p:cNvSpPr/>
            <p:nvPr/>
          </p:nvSpPr>
          <p:spPr>
            <a:xfrm>
              <a:off x="43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C72531B-4E6E-C28B-950B-5C362E89354F}"/>
                </a:ext>
              </a:extLst>
            </p:cNvPr>
            <p:cNvSpPr/>
            <p:nvPr/>
          </p:nvSpPr>
          <p:spPr>
            <a:xfrm>
              <a:off x="43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D99AEE-274D-0CFE-BAE6-6F9A67CA739E}"/>
                </a:ext>
              </a:extLst>
            </p:cNvPr>
            <p:cNvSpPr/>
            <p:nvPr/>
          </p:nvSpPr>
          <p:spPr>
            <a:xfrm>
              <a:off x="43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7E24136-EB25-28E0-8B4E-13EE4DE41674}"/>
                </a:ext>
              </a:extLst>
            </p:cNvPr>
            <p:cNvSpPr/>
            <p:nvPr/>
          </p:nvSpPr>
          <p:spPr>
            <a:xfrm>
              <a:off x="43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037CB6-141C-2B51-5EA4-CAB4AA11D420}"/>
                </a:ext>
              </a:extLst>
            </p:cNvPr>
            <p:cNvSpPr/>
            <p:nvPr/>
          </p:nvSpPr>
          <p:spPr>
            <a:xfrm>
              <a:off x="43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E9C2ED8B-FD8F-9E39-5E7E-3A238F4BEB58}"/>
                </a:ext>
              </a:extLst>
            </p:cNvPr>
            <p:cNvSpPr/>
            <p:nvPr/>
          </p:nvSpPr>
          <p:spPr>
            <a:xfrm>
              <a:off x="43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D984A1A9-97C8-E1E6-3CD8-38348DC8411C}"/>
                </a:ext>
              </a:extLst>
            </p:cNvPr>
            <p:cNvSpPr/>
            <p:nvPr/>
          </p:nvSpPr>
          <p:spPr>
            <a:xfrm>
              <a:off x="45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BA7AD3C-8707-A744-5B25-8CCFDEFFD147}"/>
                </a:ext>
              </a:extLst>
            </p:cNvPr>
            <p:cNvSpPr/>
            <p:nvPr/>
          </p:nvSpPr>
          <p:spPr>
            <a:xfrm>
              <a:off x="45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3B7D90C-582D-1F2B-91E7-B1B84F579F95}"/>
                </a:ext>
              </a:extLst>
            </p:cNvPr>
            <p:cNvSpPr/>
            <p:nvPr/>
          </p:nvSpPr>
          <p:spPr>
            <a:xfrm>
              <a:off x="45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B232C138-48C2-8661-2B64-CD7CD6F59638}"/>
                </a:ext>
              </a:extLst>
            </p:cNvPr>
            <p:cNvSpPr/>
            <p:nvPr/>
          </p:nvSpPr>
          <p:spPr>
            <a:xfrm>
              <a:off x="45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FDC74B6F-55C5-8934-7CBE-9A01278C73B5}"/>
                </a:ext>
              </a:extLst>
            </p:cNvPr>
            <p:cNvSpPr/>
            <p:nvPr/>
          </p:nvSpPr>
          <p:spPr>
            <a:xfrm>
              <a:off x="45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4619A09-E3C6-84B7-117B-269FB545F24B}"/>
                </a:ext>
              </a:extLst>
            </p:cNvPr>
            <p:cNvSpPr/>
            <p:nvPr/>
          </p:nvSpPr>
          <p:spPr>
            <a:xfrm>
              <a:off x="45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0227C20-74C1-B4DF-9E5C-222A99C99BF9}"/>
                </a:ext>
              </a:extLst>
            </p:cNvPr>
            <p:cNvSpPr/>
            <p:nvPr/>
          </p:nvSpPr>
          <p:spPr>
            <a:xfrm>
              <a:off x="45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92E9CAED-CCFC-1133-4B80-E22DD99C8569}"/>
                </a:ext>
              </a:extLst>
            </p:cNvPr>
            <p:cNvSpPr/>
            <p:nvPr/>
          </p:nvSpPr>
          <p:spPr>
            <a:xfrm>
              <a:off x="45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0F8CEB0-0C9E-7B38-CF6C-4F0A88364E0F}"/>
                </a:ext>
              </a:extLst>
            </p:cNvPr>
            <p:cNvSpPr/>
            <p:nvPr/>
          </p:nvSpPr>
          <p:spPr>
            <a:xfrm>
              <a:off x="45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DBE7972-FA1A-BC1A-A8F4-7CB55C0D119E}"/>
                </a:ext>
              </a:extLst>
            </p:cNvPr>
            <p:cNvSpPr/>
            <p:nvPr/>
          </p:nvSpPr>
          <p:spPr>
            <a:xfrm>
              <a:off x="45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8B4FDE98-3A08-9F46-D086-85DEB3EB8FDE}"/>
                </a:ext>
              </a:extLst>
            </p:cNvPr>
            <p:cNvSpPr/>
            <p:nvPr/>
          </p:nvSpPr>
          <p:spPr>
            <a:xfrm>
              <a:off x="46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A3D76860-9C85-78F3-0648-39CA8C32A8FA}"/>
                </a:ext>
              </a:extLst>
            </p:cNvPr>
            <p:cNvSpPr/>
            <p:nvPr/>
          </p:nvSpPr>
          <p:spPr>
            <a:xfrm>
              <a:off x="46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F463B54-1D99-1C32-EA3D-E42DE864D0D9}"/>
                </a:ext>
              </a:extLst>
            </p:cNvPr>
            <p:cNvSpPr/>
            <p:nvPr/>
          </p:nvSpPr>
          <p:spPr>
            <a:xfrm>
              <a:off x="46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0A0E2AA6-0D41-BB4D-1BA3-DE001EBC5308}"/>
                </a:ext>
              </a:extLst>
            </p:cNvPr>
            <p:cNvSpPr/>
            <p:nvPr/>
          </p:nvSpPr>
          <p:spPr>
            <a:xfrm>
              <a:off x="46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6E66D61-AFE2-A7AA-3318-4899B27BC0B4}"/>
                </a:ext>
              </a:extLst>
            </p:cNvPr>
            <p:cNvSpPr/>
            <p:nvPr/>
          </p:nvSpPr>
          <p:spPr>
            <a:xfrm>
              <a:off x="46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423808D-CB57-4DF5-A042-E24CEBBE4878}"/>
                </a:ext>
              </a:extLst>
            </p:cNvPr>
            <p:cNvSpPr/>
            <p:nvPr/>
          </p:nvSpPr>
          <p:spPr>
            <a:xfrm>
              <a:off x="46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B0A0B98-AEFB-C4CB-FB01-35560BBA1464}"/>
                </a:ext>
              </a:extLst>
            </p:cNvPr>
            <p:cNvSpPr/>
            <p:nvPr/>
          </p:nvSpPr>
          <p:spPr>
            <a:xfrm>
              <a:off x="46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CE2A7C3-D3DF-825E-5692-5AFB167B5557}"/>
                </a:ext>
              </a:extLst>
            </p:cNvPr>
            <p:cNvSpPr/>
            <p:nvPr/>
          </p:nvSpPr>
          <p:spPr>
            <a:xfrm>
              <a:off x="46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410B5B1-E67D-DCBF-7806-1E8DC3E4DF8B}"/>
                </a:ext>
              </a:extLst>
            </p:cNvPr>
            <p:cNvSpPr/>
            <p:nvPr/>
          </p:nvSpPr>
          <p:spPr>
            <a:xfrm>
              <a:off x="46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1975C3CB-D5E8-71CD-3D50-58B0DFBCE6D5}"/>
                </a:ext>
              </a:extLst>
            </p:cNvPr>
            <p:cNvSpPr/>
            <p:nvPr/>
          </p:nvSpPr>
          <p:spPr>
            <a:xfrm>
              <a:off x="46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4DADF2-52A4-B29D-C172-AE0CECB2C925}"/>
                </a:ext>
              </a:extLst>
            </p:cNvPr>
            <p:cNvSpPr/>
            <p:nvPr/>
          </p:nvSpPr>
          <p:spPr>
            <a:xfrm>
              <a:off x="48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B19F5B2A-2CCD-A3BD-E37C-96FCBB95355D}"/>
                </a:ext>
              </a:extLst>
            </p:cNvPr>
            <p:cNvSpPr/>
            <p:nvPr/>
          </p:nvSpPr>
          <p:spPr>
            <a:xfrm>
              <a:off x="48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9168D62B-0952-42AC-88EB-A2CCF19FBC2F}"/>
                </a:ext>
              </a:extLst>
            </p:cNvPr>
            <p:cNvSpPr/>
            <p:nvPr/>
          </p:nvSpPr>
          <p:spPr>
            <a:xfrm>
              <a:off x="48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9F32087-783F-B1DF-EA76-BB15B6E32D9E}"/>
                </a:ext>
              </a:extLst>
            </p:cNvPr>
            <p:cNvSpPr/>
            <p:nvPr/>
          </p:nvSpPr>
          <p:spPr>
            <a:xfrm>
              <a:off x="48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CA7452F-B778-DDFC-C40E-E9F14E2207D4}"/>
                </a:ext>
              </a:extLst>
            </p:cNvPr>
            <p:cNvSpPr/>
            <p:nvPr/>
          </p:nvSpPr>
          <p:spPr>
            <a:xfrm>
              <a:off x="48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4DC21A0-FFA5-D00F-15B3-4008C99A7B00}"/>
                </a:ext>
              </a:extLst>
            </p:cNvPr>
            <p:cNvSpPr/>
            <p:nvPr/>
          </p:nvSpPr>
          <p:spPr>
            <a:xfrm>
              <a:off x="48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04EAC73B-FB48-9F5E-B881-F0C492E0262B}"/>
                </a:ext>
              </a:extLst>
            </p:cNvPr>
            <p:cNvSpPr/>
            <p:nvPr/>
          </p:nvSpPr>
          <p:spPr>
            <a:xfrm>
              <a:off x="48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3D66A57-2CCD-7943-E57C-833A552C4EFE}"/>
                </a:ext>
              </a:extLst>
            </p:cNvPr>
            <p:cNvSpPr/>
            <p:nvPr/>
          </p:nvSpPr>
          <p:spPr>
            <a:xfrm>
              <a:off x="48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BF3FE7B-BBAE-7BE5-FA14-69B91E22BAA1}"/>
                </a:ext>
              </a:extLst>
            </p:cNvPr>
            <p:cNvSpPr/>
            <p:nvPr/>
          </p:nvSpPr>
          <p:spPr>
            <a:xfrm>
              <a:off x="48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511227CF-FA42-60F6-9794-8BDC59899598}"/>
                </a:ext>
              </a:extLst>
            </p:cNvPr>
            <p:cNvSpPr/>
            <p:nvPr/>
          </p:nvSpPr>
          <p:spPr>
            <a:xfrm>
              <a:off x="48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5ED10F84-37AC-690D-D85A-946F338EF9B9}"/>
                </a:ext>
              </a:extLst>
            </p:cNvPr>
            <p:cNvSpPr/>
            <p:nvPr/>
          </p:nvSpPr>
          <p:spPr>
            <a:xfrm>
              <a:off x="50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3029F96-EE2B-3F63-0B15-5137E7EC3F85}"/>
                </a:ext>
              </a:extLst>
            </p:cNvPr>
            <p:cNvSpPr/>
            <p:nvPr/>
          </p:nvSpPr>
          <p:spPr>
            <a:xfrm>
              <a:off x="50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3FD56A15-9E48-A9DB-B5DC-AAD2B1F5FA8C}"/>
                </a:ext>
              </a:extLst>
            </p:cNvPr>
            <p:cNvSpPr/>
            <p:nvPr/>
          </p:nvSpPr>
          <p:spPr>
            <a:xfrm>
              <a:off x="50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A81047C-5444-0277-D14B-6CCFC5750870}"/>
                </a:ext>
              </a:extLst>
            </p:cNvPr>
            <p:cNvSpPr/>
            <p:nvPr/>
          </p:nvSpPr>
          <p:spPr>
            <a:xfrm>
              <a:off x="50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BFFBB76-ED94-AD0E-9295-D6FF6124AA61}"/>
                </a:ext>
              </a:extLst>
            </p:cNvPr>
            <p:cNvSpPr/>
            <p:nvPr/>
          </p:nvSpPr>
          <p:spPr>
            <a:xfrm>
              <a:off x="50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EF6B777D-2348-986C-AC3A-3B8A92A06709}"/>
                </a:ext>
              </a:extLst>
            </p:cNvPr>
            <p:cNvSpPr/>
            <p:nvPr/>
          </p:nvSpPr>
          <p:spPr>
            <a:xfrm>
              <a:off x="50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94FE896-AE6B-D910-5655-B3DF846DB7BD}"/>
                </a:ext>
              </a:extLst>
            </p:cNvPr>
            <p:cNvSpPr/>
            <p:nvPr/>
          </p:nvSpPr>
          <p:spPr>
            <a:xfrm>
              <a:off x="50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457E032-446E-FE8A-2036-D0A16F006C3B}"/>
                </a:ext>
              </a:extLst>
            </p:cNvPr>
            <p:cNvSpPr/>
            <p:nvPr/>
          </p:nvSpPr>
          <p:spPr>
            <a:xfrm>
              <a:off x="50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184572D-BE20-1017-9D4E-C38B943FC7B8}"/>
                </a:ext>
              </a:extLst>
            </p:cNvPr>
            <p:cNvSpPr/>
            <p:nvPr/>
          </p:nvSpPr>
          <p:spPr>
            <a:xfrm>
              <a:off x="50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F7FD1A00-4E06-026B-195F-3C5118625E49}"/>
                </a:ext>
              </a:extLst>
            </p:cNvPr>
            <p:cNvSpPr/>
            <p:nvPr/>
          </p:nvSpPr>
          <p:spPr>
            <a:xfrm>
              <a:off x="50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A601C742-88AE-6F39-B60D-F59D09C526EC}"/>
                </a:ext>
              </a:extLst>
            </p:cNvPr>
            <p:cNvSpPr/>
            <p:nvPr/>
          </p:nvSpPr>
          <p:spPr>
            <a:xfrm>
              <a:off x="52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6F1C483-5F5A-F556-D390-1E5B4DD5F47C}"/>
                </a:ext>
              </a:extLst>
            </p:cNvPr>
            <p:cNvSpPr/>
            <p:nvPr/>
          </p:nvSpPr>
          <p:spPr>
            <a:xfrm>
              <a:off x="52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C6C7DD7-3E46-FD44-1271-5CDA5E3D4871}"/>
                </a:ext>
              </a:extLst>
            </p:cNvPr>
            <p:cNvSpPr/>
            <p:nvPr/>
          </p:nvSpPr>
          <p:spPr>
            <a:xfrm>
              <a:off x="52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8316894E-A91F-8C67-E476-E13C564C8C8D}"/>
                </a:ext>
              </a:extLst>
            </p:cNvPr>
            <p:cNvSpPr/>
            <p:nvPr/>
          </p:nvSpPr>
          <p:spPr>
            <a:xfrm>
              <a:off x="52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1F753C7E-B71A-8D2B-BE5E-35243D14BE6B}"/>
                </a:ext>
              </a:extLst>
            </p:cNvPr>
            <p:cNvSpPr/>
            <p:nvPr/>
          </p:nvSpPr>
          <p:spPr>
            <a:xfrm>
              <a:off x="52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DA31C1A-72A3-BD34-C497-7BC692D029E0}"/>
                </a:ext>
              </a:extLst>
            </p:cNvPr>
            <p:cNvSpPr/>
            <p:nvPr/>
          </p:nvSpPr>
          <p:spPr>
            <a:xfrm>
              <a:off x="52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A1744034-AF21-F6C4-10F4-B3DE99683CBC}"/>
                </a:ext>
              </a:extLst>
            </p:cNvPr>
            <p:cNvSpPr/>
            <p:nvPr/>
          </p:nvSpPr>
          <p:spPr>
            <a:xfrm>
              <a:off x="52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BE8C80CD-6736-C2EB-EB6C-F6F30EB65440}"/>
                </a:ext>
              </a:extLst>
            </p:cNvPr>
            <p:cNvSpPr/>
            <p:nvPr/>
          </p:nvSpPr>
          <p:spPr>
            <a:xfrm>
              <a:off x="52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185D206-5989-ABCD-7C65-9A27B4A3F59B}"/>
                </a:ext>
              </a:extLst>
            </p:cNvPr>
            <p:cNvSpPr/>
            <p:nvPr/>
          </p:nvSpPr>
          <p:spPr>
            <a:xfrm>
              <a:off x="52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4AE8C1-2616-1560-F150-629C47586FC6}"/>
                </a:ext>
              </a:extLst>
            </p:cNvPr>
            <p:cNvSpPr/>
            <p:nvPr/>
          </p:nvSpPr>
          <p:spPr>
            <a:xfrm>
              <a:off x="52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72C55701-F6B2-1D66-057B-D034FDD6902B}"/>
                </a:ext>
              </a:extLst>
            </p:cNvPr>
            <p:cNvSpPr/>
            <p:nvPr/>
          </p:nvSpPr>
          <p:spPr>
            <a:xfrm>
              <a:off x="54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8D842F34-1618-B8F5-E66A-1108C3107841}"/>
                </a:ext>
              </a:extLst>
            </p:cNvPr>
            <p:cNvSpPr/>
            <p:nvPr/>
          </p:nvSpPr>
          <p:spPr>
            <a:xfrm>
              <a:off x="54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AD8EF032-5511-CAE1-DAAE-0B184F313CA9}"/>
                </a:ext>
              </a:extLst>
            </p:cNvPr>
            <p:cNvSpPr/>
            <p:nvPr/>
          </p:nvSpPr>
          <p:spPr>
            <a:xfrm>
              <a:off x="54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362B982-BFA4-2D72-2C01-FBA12BA28C6D}"/>
                </a:ext>
              </a:extLst>
            </p:cNvPr>
            <p:cNvSpPr/>
            <p:nvPr/>
          </p:nvSpPr>
          <p:spPr>
            <a:xfrm>
              <a:off x="54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49DEA758-0605-668B-6250-83D9397443BD}"/>
                </a:ext>
              </a:extLst>
            </p:cNvPr>
            <p:cNvSpPr/>
            <p:nvPr/>
          </p:nvSpPr>
          <p:spPr>
            <a:xfrm>
              <a:off x="54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88E2898A-F561-BCFA-5D3F-FF5E9DE8C534}"/>
                </a:ext>
              </a:extLst>
            </p:cNvPr>
            <p:cNvSpPr/>
            <p:nvPr/>
          </p:nvSpPr>
          <p:spPr>
            <a:xfrm>
              <a:off x="54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A505625A-E8AC-560D-CF14-902910082F68}"/>
                </a:ext>
              </a:extLst>
            </p:cNvPr>
            <p:cNvSpPr/>
            <p:nvPr/>
          </p:nvSpPr>
          <p:spPr>
            <a:xfrm>
              <a:off x="54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6E83E6DB-6D26-54AA-DF82-E8F0DCCF68BF}"/>
                </a:ext>
              </a:extLst>
            </p:cNvPr>
            <p:cNvSpPr/>
            <p:nvPr/>
          </p:nvSpPr>
          <p:spPr>
            <a:xfrm>
              <a:off x="54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54F209A2-2C10-266E-8CD7-05707F27AD23}"/>
                </a:ext>
              </a:extLst>
            </p:cNvPr>
            <p:cNvSpPr/>
            <p:nvPr/>
          </p:nvSpPr>
          <p:spPr>
            <a:xfrm>
              <a:off x="54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3B8B3872-1143-723C-0D54-933BA4B102D8}"/>
                </a:ext>
              </a:extLst>
            </p:cNvPr>
            <p:cNvSpPr/>
            <p:nvPr/>
          </p:nvSpPr>
          <p:spPr>
            <a:xfrm>
              <a:off x="54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D856A736-B2F5-494F-4C27-FC2C593236BF}"/>
                </a:ext>
              </a:extLst>
            </p:cNvPr>
            <p:cNvSpPr/>
            <p:nvPr/>
          </p:nvSpPr>
          <p:spPr>
            <a:xfrm>
              <a:off x="55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FDEB5A2D-5EDB-993E-20DC-B89020D82518}"/>
                </a:ext>
              </a:extLst>
            </p:cNvPr>
            <p:cNvSpPr/>
            <p:nvPr/>
          </p:nvSpPr>
          <p:spPr>
            <a:xfrm>
              <a:off x="55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5C55BB75-E31D-0BA9-63CE-81D4D09C7DAD}"/>
                </a:ext>
              </a:extLst>
            </p:cNvPr>
            <p:cNvSpPr/>
            <p:nvPr/>
          </p:nvSpPr>
          <p:spPr>
            <a:xfrm>
              <a:off x="55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65A28009-6598-DEB4-EF02-8D4B14692498}"/>
                </a:ext>
              </a:extLst>
            </p:cNvPr>
            <p:cNvSpPr/>
            <p:nvPr/>
          </p:nvSpPr>
          <p:spPr>
            <a:xfrm>
              <a:off x="55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B9AC2511-E16F-C72B-A65A-382B7DCDBCAC}"/>
                </a:ext>
              </a:extLst>
            </p:cNvPr>
            <p:cNvSpPr/>
            <p:nvPr/>
          </p:nvSpPr>
          <p:spPr>
            <a:xfrm>
              <a:off x="55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EF91E40A-EC10-E0C8-E6B0-FE8FA3044D2D}"/>
                </a:ext>
              </a:extLst>
            </p:cNvPr>
            <p:cNvSpPr/>
            <p:nvPr/>
          </p:nvSpPr>
          <p:spPr>
            <a:xfrm>
              <a:off x="55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D4CCB73-2A6A-3557-FDC1-47B4CCBCC489}"/>
                </a:ext>
              </a:extLst>
            </p:cNvPr>
            <p:cNvSpPr/>
            <p:nvPr/>
          </p:nvSpPr>
          <p:spPr>
            <a:xfrm>
              <a:off x="55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17E46A7B-D679-91D2-F34A-06B9199C7CEE}"/>
                </a:ext>
              </a:extLst>
            </p:cNvPr>
            <p:cNvSpPr/>
            <p:nvPr/>
          </p:nvSpPr>
          <p:spPr>
            <a:xfrm>
              <a:off x="55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5A41DD9-0817-DBF1-6152-E67D7D76EFAA}"/>
                </a:ext>
              </a:extLst>
            </p:cNvPr>
            <p:cNvSpPr/>
            <p:nvPr/>
          </p:nvSpPr>
          <p:spPr>
            <a:xfrm>
              <a:off x="55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79DD6302-7926-5C57-A6AC-DC92C874972F}"/>
                </a:ext>
              </a:extLst>
            </p:cNvPr>
            <p:cNvSpPr/>
            <p:nvPr/>
          </p:nvSpPr>
          <p:spPr>
            <a:xfrm>
              <a:off x="55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32F5E759-2431-215F-FB11-72F9EEACC18A}"/>
                </a:ext>
              </a:extLst>
            </p:cNvPr>
            <p:cNvSpPr/>
            <p:nvPr/>
          </p:nvSpPr>
          <p:spPr>
            <a:xfrm>
              <a:off x="57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97151C49-1E83-A691-6E88-789AE9DDD8CE}"/>
                </a:ext>
              </a:extLst>
            </p:cNvPr>
            <p:cNvSpPr/>
            <p:nvPr/>
          </p:nvSpPr>
          <p:spPr>
            <a:xfrm>
              <a:off x="57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AF12270F-BC92-1035-56D5-FD1D8859B1E5}"/>
                </a:ext>
              </a:extLst>
            </p:cNvPr>
            <p:cNvSpPr/>
            <p:nvPr/>
          </p:nvSpPr>
          <p:spPr>
            <a:xfrm>
              <a:off x="57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0DAA125D-08A9-33FC-2C3F-B9342BE77539}"/>
                </a:ext>
              </a:extLst>
            </p:cNvPr>
            <p:cNvSpPr/>
            <p:nvPr/>
          </p:nvSpPr>
          <p:spPr>
            <a:xfrm>
              <a:off x="57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B4E2FF53-E9B1-9DD2-2689-88B19514B625}"/>
                </a:ext>
              </a:extLst>
            </p:cNvPr>
            <p:cNvSpPr/>
            <p:nvPr/>
          </p:nvSpPr>
          <p:spPr>
            <a:xfrm>
              <a:off x="57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F7B1A2FD-DD12-8F75-EA9D-3213EB709E76}"/>
                </a:ext>
              </a:extLst>
            </p:cNvPr>
            <p:cNvSpPr/>
            <p:nvPr/>
          </p:nvSpPr>
          <p:spPr>
            <a:xfrm>
              <a:off x="57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94330926-5BD6-BC47-9B83-414B3B91A95A}"/>
                </a:ext>
              </a:extLst>
            </p:cNvPr>
            <p:cNvSpPr/>
            <p:nvPr/>
          </p:nvSpPr>
          <p:spPr>
            <a:xfrm>
              <a:off x="57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4942A9D-7D51-9529-9334-CFA7C1438BC5}"/>
                </a:ext>
              </a:extLst>
            </p:cNvPr>
            <p:cNvSpPr/>
            <p:nvPr/>
          </p:nvSpPr>
          <p:spPr>
            <a:xfrm>
              <a:off x="57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86C9139B-F415-3734-32C6-FC129397A72B}"/>
                </a:ext>
              </a:extLst>
            </p:cNvPr>
            <p:cNvSpPr/>
            <p:nvPr/>
          </p:nvSpPr>
          <p:spPr>
            <a:xfrm>
              <a:off x="57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8C3D990-FDB6-78AE-2B83-43D75993FA2A}"/>
                </a:ext>
              </a:extLst>
            </p:cNvPr>
            <p:cNvSpPr/>
            <p:nvPr/>
          </p:nvSpPr>
          <p:spPr>
            <a:xfrm>
              <a:off x="57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9F56661C-F479-5A36-8B4F-EAF4E9E7E58E}"/>
                </a:ext>
              </a:extLst>
            </p:cNvPr>
            <p:cNvSpPr/>
            <p:nvPr/>
          </p:nvSpPr>
          <p:spPr>
            <a:xfrm>
              <a:off x="59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3" name="타원 192">
              <a:extLst>
                <a:ext uri="{FF2B5EF4-FFF2-40B4-BE49-F238E27FC236}">
                  <a16:creationId xmlns:a16="http://schemas.microsoft.com/office/drawing/2014/main" id="{0735396E-AE37-BB74-C645-8F3909F01FF0}"/>
                </a:ext>
              </a:extLst>
            </p:cNvPr>
            <p:cNvSpPr/>
            <p:nvPr/>
          </p:nvSpPr>
          <p:spPr>
            <a:xfrm>
              <a:off x="59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5DA15530-C862-8C20-5A6C-F68F28F410E9}"/>
                </a:ext>
              </a:extLst>
            </p:cNvPr>
            <p:cNvSpPr/>
            <p:nvPr/>
          </p:nvSpPr>
          <p:spPr>
            <a:xfrm>
              <a:off x="59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37695303-CF8C-DDC3-EFB6-470EAC17AA8C}"/>
                </a:ext>
              </a:extLst>
            </p:cNvPr>
            <p:cNvSpPr/>
            <p:nvPr/>
          </p:nvSpPr>
          <p:spPr>
            <a:xfrm>
              <a:off x="59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1D71C5BF-BD96-36A6-A4BA-D17AE112F3A2}"/>
                </a:ext>
              </a:extLst>
            </p:cNvPr>
            <p:cNvSpPr/>
            <p:nvPr/>
          </p:nvSpPr>
          <p:spPr>
            <a:xfrm>
              <a:off x="59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A13BAF47-5796-9D49-BD9A-258A35E04AAB}"/>
                </a:ext>
              </a:extLst>
            </p:cNvPr>
            <p:cNvSpPr/>
            <p:nvPr/>
          </p:nvSpPr>
          <p:spPr>
            <a:xfrm>
              <a:off x="59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1D3F2C8A-A023-BF98-4A36-489632451774}"/>
                </a:ext>
              </a:extLst>
            </p:cNvPr>
            <p:cNvSpPr/>
            <p:nvPr/>
          </p:nvSpPr>
          <p:spPr>
            <a:xfrm>
              <a:off x="59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02FE45CD-A98D-0DAA-4290-7EAEED9BE57C}"/>
                </a:ext>
              </a:extLst>
            </p:cNvPr>
            <p:cNvSpPr/>
            <p:nvPr/>
          </p:nvSpPr>
          <p:spPr>
            <a:xfrm>
              <a:off x="59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BA4779F9-77D9-89E0-7C7D-682296BA5B94}"/>
                </a:ext>
              </a:extLst>
            </p:cNvPr>
            <p:cNvSpPr/>
            <p:nvPr/>
          </p:nvSpPr>
          <p:spPr>
            <a:xfrm>
              <a:off x="59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D626E41A-C035-EEC2-F641-BF789B679178}"/>
                </a:ext>
              </a:extLst>
            </p:cNvPr>
            <p:cNvSpPr/>
            <p:nvPr/>
          </p:nvSpPr>
          <p:spPr>
            <a:xfrm>
              <a:off x="59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DDEF1F0B-F1B6-757C-B545-6C1729DC0B12}"/>
                </a:ext>
              </a:extLst>
            </p:cNvPr>
            <p:cNvSpPr/>
            <p:nvPr/>
          </p:nvSpPr>
          <p:spPr>
            <a:xfrm>
              <a:off x="61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1C7A12C0-59A4-632C-D16A-AFE24643849D}"/>
                </a:ext>
              </a:extLst>
            </p:cNvPr>
            <p:cNvSpPr/>
            <p:nvPr/>
          </p:nvSpPr>
          <p:spPr>
            <a:xfrm>
              <a:off x="61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FC9847CB-9980-512F-FB93-490529DA06EA}"/>
                </a:ext>
              </a:extLst>
            </p:cNvPr>
            <p:cNvSpPr/>
            <p:nvPr/>
          </p:nvSpPr>
          <p:spPr>
            <a:xfrm>
              <a:off x="61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3856FFB1-3168-7699-8A79-C33DB1234D0F}"/>
                </a:ext>
              </a:extLst>
            </p:cNvPr>
            <p:cNvSpPr/>
            <p:nvPr/>
          </p:nvSpPr>
          <p:spPr>
            <a:xfrm>
              <a:off x="61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81063957-84DB-5A43-BB01-8BF45D0F8F85}"/>
                </a:ext>
              </a:extLst>
            </p:cNvPr>
            <p:cNvSpPr/>
            <p:nvPr/>
          </p:nvSpPr>
          <p:spPr>
            <a:xfrm>
              <a:off x="61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845B127C-3CA2-9A61-D381-CBF83F8C08C0}"/>
                </a:ext>
              </a:extLst>
            </p:cNvPr>
            <p:cNvSpPr/>
            <p:nvPr/>
          </p:nvSpPr>
          <p:spPr>
            <a:xfrm>
              <a:off x="61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B51BD94C-DE3F-0A9A-23B7-CF0F918E9295}"/>
                </a:ext>
              </a:extLst>
            </p:cNvPr>
            <p:cNvSpPr/>
            <p:nvPr/>
          </p:nvSpPr>
          <p:spPr>
            <a:xfrm>
              <a:off x="61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7" name="타원 266">
              <a:extLst>
                <a:ext uri="{FF2B5EF4-FFF2-40B4-BE49-F238E27FC236}">
                  <a16:creationId xmlns:a16="http://schemas.microsoft.com/office/drawing/2014/main" id="{2DEFE631-5D61-A886-B7E9-CC73C0D2196E}"/>
                </a:ext>
              </a:extLst>
            </p:cNvPr>
            <p:cNvSpPr/>
            <p:nvPr/>
          </p:nvSpPr>
          <p:spPr>
            <a:xfrm>
              <a:off x="61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6AFB1C6D-9D9B-DB3E-FC3E-BA8BCBF4AC64}"/>
                </a:ext>
              </a:extLst>
            </p:cNvPr>
            <p:cNvSpPr/>
            <p:nvPr/>
          </p:nvSpPr>
          <p:spPr>
            <a:xfrm>
              <a:off x="61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9E3C280E-F216-C4C7-3BAB-AAB410E7455A}"/>
                </a:ext>
              </a:extLst>
            </p:cNvPr>
            <p:cNvSpPr/>
            <p:nvPr/>
          </p:nvSpPr>
          <p:spPr>
            <a:xfrm>
              <a:off x="61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0" name="타원 259">
              <a:extLst>
                <a:ext uri="{FF2B5EF4-FFF2-40B4-BE49-F238E27FC236}">
                  <a16:creationId xmlns:a16="http://schemas.microsoft.com/office/drawing/2014/main" id="{765AF1F4-4193-0AC2-2A68-93781BB5AF7F}"/>
                </a:ext>
              </a:extLst>
            </p:cNvPr>
            <p:cNvSpPr/>
            <p:nvPr/>
          </p:nvSpPr>
          <p:spPr>
            <a:xfrm>
              <a:off x="63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AA8799A-1B18-DA71-477A-49F7F18F4043}"/>
                </a:ext>
              </a:extLst>
            </p:cNvPr>
            <p:cNvSpPr/>
            <p:nvPr/>
          </p:nvSpPr>
          <p:spPr>
            <a:xfrm>
              <a:off x="63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4150FF6C-7B65-9C3C-3612-EA7A91BA5E98}"/>
                </a:ext>
              </a:extLst>
            </p:cNvPr>
            <p:cNvSpPr/>
            <p:nvPr/>
          </p:nvSpPr>
          <p:spPr>
            <a:xfrm>
              <a:off x="63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B0D3CC6F-35A7-886A-6B1B-587D1A72127A}"/>
                </a:ext>
              </a:extLst>
            </p:cNvPr>
            <p:cNvSpPr/>
            <p:nvPr/>
          </p:nvSpPr>
          <p:spPr>
            <a:xfrm>
              <a:off x="63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B1672AEB-7C78-292D-37C9-E54A9AC27F96}"/>
                </a:ext>
              </a:extLst>
            </p:cNvPr>
            <p:cNvSpPr/>
            <p:nvPr/>
          </p:nvSpPr>
          <p:spPr>
            <a:xfrm>
              <a:off x="63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5083000-6A0C-C6BF-75AD-BB47DE4A3985}"/>
                </a:ext>
              </a:extLst>
            </p:cNvPr>
            <p:cNvSpPr/>
            <p:nvPr/>
          </p:nvSpPr>
          <p:spPr>
            <a:xfrm>
              <a:off x="63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23E8117B-F109-46B8-1E2B-0A563B0327B3}"/>
                </a:ext>
              </a:extLst>
            </p:cNvPr>
            <p:cNvSpPr/>
            <p:nvPr/>
          </p:nvSpPr>
          <p:spPr>
            <a:xfrm>
              <a:off x="63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8367611E-AB81-968D-4F21-C66DD75B90EC}"/>
                </a:ext>
              </a:extLst>
            </p:cNvPr>
            <p:cNvSpPr/>
            <p:nvPr/>
          </p:nvSpPr>
          <p:spPr>
            <a:xfrm>
              <a:off x="63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1259FDEA-FD50-5266-7D93-535C582B97A9}"/>
                </a:ext>
              </a:extLst>
            </p:cNvPr>
            <p:cNvSpPr/>
            <p:nvPr/>
          </p:nvSpPr>
          <p:spPr>
            <a:xfrm>
              <a:off x="63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8D811C12-B8BC-0235-E440-C4DA19862E8D}"/>
                </a:ext>
              </a:extLst>
            </p:cNvPr>
            <p:cNvSpPr/>
            <p:nvPr/>
          </p:nvSpPr>
          <p:spPr>
            <a:xfrm>
              <a:off x="63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12E1BBAF-0893-978F-7A19-D2D4C933C1F8}"/>
                </a:ext>
              </a:extLst>
            </p:cNvPr>
            <p:cNvSpPr/>
            <p:nvPr/>
          </p:nvSpPr>
          <p:spPr>
            <a:xfrm>
              <a:off x="64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D45F47B4-AE18-76E2-4835-F5A887F89501}"/>
                </a:ext>
              </a:extLst>
            </p:cNvPr>
            <p:cNvSpPr/>
            <p:nvPr/>
          </p:nvSpPr>
          <p:spPr>
            <a:xfrm>
              <a:off x="64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2" name="타원 241">
              <a:extLst>
                <a:ext uri="{FF2B5EF4-FFF2-40B4-BE49-F238E27FC236}">
                  <a16:creationId xmlns:a16="http://schemas.microsoft.com/office/drawing/2014/main" id="{1D26F942-5560-AA62-7F4F-23634F3DD80B}"/>
                </a:ext>
              </a:extLst>
            </p:cNvPr>
            <p:cNvSpPr/>
            <p:nvPr/>
          </p:nvSpPr>
          <p:spPr>
            <a:xfrm>
              <a:off x="64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93478295-A79B-01CF-54CF-9B6176C75E46}"/>
                </a:ext>
              </a:extLst>
            </p:cNvPr>
            <p:cNvSpPr/>
            <p:nvPr/>
          </p:nvSpPr>
          <p:spPr>
            <a:xfrm>
              <a:off x="64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18C7BF1-FFE2-20FE-84A6-3B6B95030BCC}"/>
                </a:ext>
              </a:extLst>
            </p:cNvPr>
            <p:cNvSpPr/>
            <p:nvPr/>
          </p:nvSpPr>
          <p:spPr>
            <a:xfrm>
              <a:off x="64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2626C40A-2EB4-F299-037E-AD21D08A7531}"/>
                </a:ext>
              </a:extLst>
            </p:cNvPr>
            <p:cNvSpPr/>
            <p:nvPr/>
          </p:nvSpPr>
          <p:spPr>
            <a:xfrm>
              <a:off x="64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80F0A52A-E4CA-7AA1-58FC-90FFE9F15DA4}"/>
                </a:ext>
              </a:extLst>
            </p:cNvPr>
            <p:cNvSpPr/>
            <p:nvPr/>
          </p:nvSpPr>
          <p:spPr>
            <a:xfrm>
              <a:off x="64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A84D82AF-C014-364B-8E9A-260FF096F9A7}"/>
                </a:ext>
              </a:extLst>
            </p:cNvPr>
            <p:cNvSpPr/>
            <p:nvPr/>
          </p:nvSpPr>
          <p:spPr>
            <a:xfrm>
              <a:off x="64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93372C6-BE58-0F09-ADA0-1529B002D52C}"/>
                </a:ext>
              </a:extLst>
            </p:cNvPr>
            <p:cNvSpPr/>
            <p:nvPr/>
          </p:nvSpPr>
          <p:spPr>
            <a:xfrm>
              <a:off x="64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39DC5351-1FAC-D6F5-B6B7-86C2946A6846}"/>
                </a:ext>
              </a:extLst>
            </p:cNvPr>
            <p:cNvSpPr/>
            <p:nvPr/>
          </p:nvSpPr>
          <p:spPr>
            <a:xfrm>
              <a:off x="64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23C296AF-C80B-2EC5-60CB-361C2EC8DE56}"/>
                </a:ext>
              </a:extLst>
            </p:cNvPr>
            <p:cNvSpPr/>
            <p:nvPr/>
          </p:nvSpPr>
          <p:spPr>
            <a:xfrm>
              <a:off x="666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462625DB-A1FC-27A3-D034-AD8F2144AF5D}"/>
                </a:ext>
              </a:extLst>
            </p:cNvPr>
            <p:cNvSpPr/>
            <p:nvPr/>
          </p:nvSpPr>
          <p:spPr>
            <a:xfrm>
              <a:off x="666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BB7AFD3B-CDCD-70C3-E8CC-BB4C58A60998}"/>
                </a:ext>
              </a:extLst>
            </p:cNvPr>
            <p:cNvSpPr/>
            <p:nvPr/>
          </p:nvSpPr>
          <p:spPr>
            <a:xfrm>
              <a:off x="666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038965E5-DE7C-2159-A8E6-D18383564397}"/>
                </a:ext>
              </a:extLst>
            </p:cNvPr>
            <p:cNvSpPr/>
            <p:nvPr/>
          </p:nvSpPr>
          <p:spPr>
            <a:xfrm>
              <a:off x="666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A75E3968-688A-3F4B-2683-EE511D59B0C4}"/>
                </a:ext>
              </a:extLst>
            </p:cNvPr>
            <p:cNvSpPr/>
            <p:nvPr/>
          </p:nvSpPr>
          <p:spPr>
            <a:xfrm>
              <a:off x="666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4C71336D-FFC1-4343-DC43-52A69CD6D284}"/>
                </a:ext>
              </a:extLst>
            </p:cNvPr>
            <p:cNvSpPr/>
            <p:nvPr/>
          </p:nvSpPr>
          <p:spPr>
            <a:xfrm>
              <a:off x="666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5DBD4426-C2CD-AB67-D099-03CEB05D2BED}"/>
                </a:ext>
              </a:extLst>
            </p:cNvPr>
            <p:cNvSpPr/>
            <p:nvPr/>
          </p:nvSpPr>
          <p:spPr>
            <a:xfrm>
              <a:off x="666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7" name="타원 226">
              <a:extLst>
                <a:ext uri="{FF2B5EF4-FFF2-40B4-BE49-F238E27FC236}">
                  <a16:creationId xmlns:a16="http://schemas.microsoft.com/office/drawing/2014/main" id="{3BD32388-F3EB-12C1-AB32-EC417448E99F}"/>
                </a:ext>
              </a:extLst>
            </p:cNvPr>
            <p:cNvSpPr/>
            <p:nvPr/>
          </p:nvSpPr>
          <p:spPr>
            <a:xfrm>
              <a:off x="666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30CFFAD9-015F-4B06-DB6E-EFAAEC1F362D}"/>
                </a:ext>
              </a:extLst>
            </p:cNvPr>
            <p:cNvSpPr/>
            <p:nvPr/>
          </p:nvSpPr>
          <p:spPr>
            <a:xfrm>
              <a:off x="666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CB8FB7EF-39E8-3EBE-5C77-5442247F929E}"/>
                </a:ext>
              </a:extLst>
            </p:cNvPr>
            <p:cNvSpPr/>
            <p:nvPr/>
          </p:nvSpPr>
          <p:spPr>
            <a:xfrm>
              <a:off x="666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0D7ABFD1-0AED-9F6F-7DF5-261953CA1C33}"/>
                </a:ext>
              </a:extLst>
            </p:cNvPr>
            <p:cNvSpPr/>
            <p:nvPr/>
          </p:nvSpPr>
          <p:spPr>
            <a:xfrm>
              <a:off x="684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10" name="타원 409">
              <a:extLst>
                <a:ext uri="{FF2B5EF4-FFF2-40B4-BE49-F238E27FC236}">
                  <a16:creationId xmlns:a16="http://schemas.microsoft.com/office/drawing/2014/main" id="{6EA58DF1-57E1-F98E-51AB-ECF6EAB3023E}"/>
                </a:ext>
              </a:extLst>
            </p:cNvPr>
            <p:cNvSpPr/>
            <p:nvPr/>
          </p:nvSpPr>
          <p:spPr>
            <a:xfrm>
              <a:off x="684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3BF4D0E6-7598-8335-262D-B80362AB8BC8}"/>
                </a:ext>
              </a:extLst>
            </p:cNvPr>
            <p:cNvSpPr/>
            <p:nvPr/>
          </p:nvSpPr>
          <p:spPr>
            <a:xfrm>
              <a:off x="684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8" name="타원 407">
              <a:extLst>
                <a:ext uri="{FF2B5EF4-FFF2-40B4-BE49-F238E27FC236}">
                  <a16:creationId xmlns:a16="http://schemas.microsoft.com/office/drawing/2014/main" id="{D8D75FCB-AC6E-04CD-4A13-97DCDD8263EB}"/>
                </a:ext>
              </a:extLst>
            </p:cNvPr>
            <p:cNvSpPr/>
            <p:nvPr/>
          </p:nvSpPr>
          <p:spPr>
            <a:xfrm>
              <a:off x="684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5" name="타원 404">
              <a:extLst>
                <a:ext uri="{FF2B5EF4-FFF2-40B4-BE49-F238E27FC236}">
                  <a16:creationId xmlns:a16="http://schemas.microsoft.com/office/drawing/2014/main" id="{FD397E37-6199-8179-6AEE-B940621C5DF6}"/>
                </a:ext>
              </a:extLst>
            </p:cNvPr>
            <p:cNvSpPr/>
            <p:nvPr/>
          </p:nvSpPr>
          <p:spPr>
            <a:xfrm>
              <a:off x="684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2FE1A0A3-4CA3-CA48-A79A-ED104924D395}"/>
                </a:ext>
              </a:extLst>
            </p:cNvPr>
            <p:cNvSpPr/>
            <p:nvPr/>
          </p:nvSpPr>
          <p:spPr>
            <a:xfrm>
              <a:off x="684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3" name="타원 402">
              <a:extLst>
                <a:ext uri="{FF2B5EF4-FFF2-40B4-BE49-F238E27FC236}">
                  <a16:creationId xmlns:a16="http://schemas.microsoft.com/office/drawing/2014/main" id="{F623FB0C-A0A6-9B87-C6E2-FFA6E9045E46}"/>
                </a:ext>
              </a:extLst>
            </p:cNvPr>
            <p:cNvSpPr/>
            <p:nvPr/>
          </p:nvSpPr>
          <p:spPr>
            <a:xfrm>
              <a:off x="684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52F9FE9C-9997-A44E-0705-977C74A4C975}"/>
                </a:ext>
              </a:extLst>
            </p:cNvPr>
            <p:cNvSpPr/>
            <p:nvPr/>
          </p:nvSpPr>
          <p:spPr>
            <a:xfrm>
              <a:off x="684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B789E21A-9429-40AE-BF30-16C36E813E9E}"/>
                </a:ext>
              </a:extLst>
            </p:cNvPr>
            <p:cNvSpPr/>
            <p:nvPr/>
          </p:nvSpPr>
          <p:spPr>
            <a:xfrm>
              <a:off x="684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0" name="타원 399">
              <a:extLst>
                <a:ext uri="{FF2B5EF4-FFF2-40B4-BE49-F238E27FC236}">
                  <a16:creationId xmlns:a16="http://schemas.microsoft.com/office/drawing/2014/main" id="{9EA65B56-632E-2D16-93A0-7573394C1FF8}"/>
                </a:ext>
              </a:extLst>
            </p:cNvPr>
            <p:cNvSpPr/>
            <p:nvPr/>
          </p:nvSpPr>
          <p:spPr>
            <a:xfrm>
              <a:off x="684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7" name="타원 396">
              <a:extLst>
                <a:ext uri="{FF2B5EF4-FFF2-40B4-BE49-F238E27FC236}">
                  <a16:creationId xmlns:a16="http://schemas.microsoft.com/office/drawing/2014/main" id="{720B0034-5A09-67AC-F412-3A4523DED58B}"/>
                </a:ext>
              </a:extLst>
            </p:cNvPr>
            <p:cNvSpPr/>
            <p:nvPr/>
          </p:nvSpPr>
          <p:spPr>
            <a:xfrm>
              <a:off x="702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8" name="타원 397">
              <a:extLst>
                <a:ext uri="{FF2B5EF4-FFF2-40B4-BE49-F238E27FC236}">
                  <a16:creationId xmlns:a16="http://schemas.microsoft.com/office/drawing/2014/main" id="{7A7BF07B-B9AB-ED41-F8DB-FC0DF2EFF013}"/>
                </a:ext>
              </a:extLst>
            </p:cNvPr>
            <p:cNvSpPr/>
            <p:nvPr/>
          </p:nvSpPr>
          <p:spPr>
            <a:xfrm>
              <a:off x="702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5" name="타원 394">
              <a:extLst>
                <a:ext uri="{FF2B5EF4-FFF2-40B4-BE49-F238E27FC236}">
                  <a16:creationId xmlns:a16="http://schemas.microsoft.com/office/drawing/2014/main" id="{9742F115-3432-1668-ADEC-AE12D8B58A02}"/>
                </a:ext>
              </a:extLst>
            </p:cNvPr>
            <p:cNvSpPr/>
            <p:nvPr/>
          </p:nvSpPr>
          <p:spPr>
            <a:xfrm>
              <a:off x="702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6" name="타원 395">
              <a:extLst>
                <a:ext uri="{FF2B5EF4-FFF2-40B4-BE49-F238E27FC236}">
                  <a16:creationId xmlns:a16="http://schemas.microsoft.com/office/drawing/2014/main" id="{B847E9A2-B463-3CCF-B657-CEE3D1FB683A}"/>
                </a:ext>
              </a:extLst>
            </p:cNvPr>
            <p:cNvSpPr/>
            <p:nvPr/>
          </p:nvSpPr>
          <p:spPr>
            <a:xfrm>
              <a:off x="702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3" name="타원 392">
              <a:extLst>
                <a:ext uri="{FF2B5EF4-FFF2-40B4-BE49-F238E27FC236}">
                  <a16:creationId xmlns:a16="http://schemas.microsoft.com/office/drawing/2014/main" id="{86422D9B-E5D6-793E-5BC8-0C6A6CD3A9DB}"/>
                </a:ext>
              </a:extLst>
            </p:cNvPr>
            <p:cNvSpPr/>
            <p:nvPr/>
          </p:nvSpPr>
          <p:spPr>
            <a:xfrm>
              <a:off x="702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4" name="타원 393">
              <a:extLst>
                <a:ext uri="{FF2B5EF4-FFF2-40B4-BE49-F238E27FC236}">
                  <a16:creationId xmlns:a16="http://schemas.microsoft.com/office/drawing/2014/main" id="{79937765-814D-9167-9942-3D4C1E227715}"/>
                </a:ext>
              </a:extLst>
            </p:cNvPr>
            <p:cNvSpPr/>
            <p:nvPr/>
          </p:nvSpPr>
          <p:spPr>
            <a:xfrm>
              <a:off x="702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1" name="타원 390">
              <a:extLst>
                <a:ext uri="{FF2B5EF4-FFF2-40B4-BE49-F238E27FC236}">
                  <a16:creationId xmlns:a16="http://schemas.microsoft.com/office/drawing/2014/main" id="{A65E6DEB-DDF5-6221-2432-037D6CC5BB37}"/>
                </a:ext>
              </a:extLst>
            </p:cNvPr>
            <p:cNvSpPr/>
            <p:nvPr/>
          </p:nvSpPr>
          <p:spPr>
            <a:xfrm>
              <a:off x="702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92" name="타원 391">
              <a:extLst>
                <a:ext uri="{FF2B5EF4-FFF2-40B4-BE49-F238E27FC236}">
                  <a16:creationId xmlns:a16="http://schemas.microsoft.com/office/drawing/2014/main" id="{1BEAB318-B327-D9F6-51E5-1A6E71BA47D8}"/>
                </a:ext>
              </a:extLst>
            </p:cNvPr>
            <p:cNvSpPr/>
            <p:nvPr/>
          </p:nvSpPr>
          <p:spPr>
            <a:xfrm>
              <a:off x="702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7" name="타원 386">
              <a:extLst>
                <a:ext uri="{FF2B5EF4-FFF2-40B4-BE49-F238E27FC236}">
                  <a16:creationId xmlns:a16="http://schemas.microsoft.com/office/drawing/2014/main" id="{4ED9EBF0-E513-C34A-F388-BF702C66C158}"/>
                </a:ext>
              </a:extLst>
            </p:cNvPr>
            <p:cNvSpPr/>
            <p:nvPr/>
          </p:nvSpPr>
          <p:spPr>
            <a:xfrm>
              <a:off x="702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8" name="타원 387">
              <a:extLst>
                <a:ext uri="{FF2B5EF4-FFF2-40B4-BE49-F238E27FC236}">
                  <a16:creationId xmlns:a16="http://schemas.microsoft.com/office/drawing/2014/main" id="{216977BE-583C-BAA9-F2C5-4DEBF8C7D9D6}"/>
                </a:ext>
              </a:extLst>
            </p:cNvPr>
            <p:cNvSpPr/>
            <p:nvPr/>
          </p:nvSpPr>
          <p:spPr>
            <a:xfrm>
              <a:off x="702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1" name="타원 380">
              <a:extLst>
                <a:ext uri="{FF2B5EF4-FFF2-40B4-BE49-F238E27FC236}">
                  <a16:creationId xmlns:a16="http://schemas.microsoft.com/office/drawing/2014/main" id="{26DA4826-7DD5-E40B-0990-C044AC797CA2}"/>
                </a:ext>
              </a:extLst>
            </p:cNvPr>
            <p:cNvSpPr/>
            <p:nvPr/>
          </p:nvSpPr>
          <p:spPr>
            <a:xfrm>
              <a:off x="720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2" name="타원 381">
              <a:extLst>
                <a:ext uri="{FF2B5EF4-FFF2-40B4-BE49-F238E27FC236}">
                  <a16:creationId xmlns:a16="http://schemas.microsoft.com/office/drawing/2014/main" id="{A7C9E852-6A9F-24E3-B8FA-725A5489F75D}"/>
                </a:ext>
              </a:extLst>
            </p:cNvPr>
            <p:cNvSpPr/>
            <p:nvPr/>
          </p:nvSpPr>
          <p:spPr>
            <a:xfrm>
              <a:off x="720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9" name="타원 378">
              <a:extLst>
                <a:ext uri="{FF2B5EF4-FFF2-40B4-BE49-F238E27FC236}">
                  <a16:creationId xmlns:a16="http://schemas.microsoft.com/office/drawing/2014/main" id="{716BA237-0DBF-D6EA-9123-43D8B4700D4A}"/>
                </a:ext>
              </a:extLst>
            </p:cNvPr>
            <p:cNvSpPr/>
            <p:nvPr/>
          </p:nvSpPr>
          <p:spPr>
            <a:xfrm>
              <a:off x="720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80" name="타원 379">
              <a:extLst>
                <a:ext uri="{FF2B5EF4-FFF2-40B4-BE49-F238E27FC236}">
                  <a16:creationId xmlns:a16="http://schemas.microsoft.com/office/drawing/2014/main" id="{C26EBD0A-F8EB-F33E-7E51-668F60825C36}"/>
                </a:ext>
              </a:extLst>
            </p:cNvPr>
            <p:cNvSpPr/>
            <p:nvPr/>
          </p:nvSpPr>
          <p:spPr>
            <a:xfrm>
              <a:off x="720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7" name="타원 376">
              <a:extLst>
                <a:ext uri="{FF2B5EF4-FFF2-40B4-BE49-F238E27FC236}">
                  <a16:creationId xmlns:a16="http://schemas.microsoft.com/office/drawing/2014/main" id="{2A43F1B8-9CC3-6E14-5F09-EECAC9B7C401}"/>
                </a:ext>
              </a:extLst>
            </p:cNvPr>
            <p:cNvSpPr/>
            <p:nvPr/>
          </p:nvSpPr>
          <p:spPr>
            <a:xfrm>
              <a:off x="720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8" name="타원 377">
              <a:extLst>
                <a:ext uri="{FF2B5EF4-FFF2-40B4-BE49-F238E27FC236}">
                  <a16:creationId xmlns:a16="http://schemas.microsoft.com/office/drawing/2014/main" id="{4BA2212D-B85D-B2F1-8293-B81618DCD1EA}"/>
                </a:ext>
              </a:extLst>
            </p:cNvPr>
            <p:cNvSpPr/>
            <p:nvPr/>
          </p:nvSpPr>
          <p:spPr>
            <a:xfrm>
              <a:off x="720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969C35F8-750D-81CA-F598-968C429BE347}"/>
                </a:ext>
              </a:extLst>
            </p:cNvPr>
            <p:cNvSpPr/>
            <p:nvPr/>
          </p:nvSpPr>
          <p:spPr>
            <a:xfrm>
              <a:off x="720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6" name="타원 375">
              <a:extLst>
                <a:ext uri="{FF2B5EF4-FFF2-40B4-BE49-F238E27FC236}">
                  <a16:creationId xmlns:a16="http://schemas.microsoft.com/office/drawing/2014/main" id="{21CE4D71-00CC-69FA-0028-092D72672A51}"/>
                </a:ext>
              </a:extLst>
            </p:cNvPr>
            <p:cNvSpPr/>
            <p:nvPr/>
          </p:nvSpPr>
          <p:spPr>
            <a:xfrm>
              <a:off x="720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1" name="타원 370">
              <a:extLst>
                <a:ext uri="{FF2B5EF4-FFF2-40B4-BE49-F238E27FC236}">
                  <a16:creationId xmlns:a16="http://schemas.microsoft.com/office/drawing/2014/main" id="{4C3B4101-E783-186F-4BF0-AA478D464C50}"/>
                </a:ext>
              </a:extLst>
            </p:cNvPr>
            <p:cNvSpPr/>
            <p:nvPr/>
          </p:nvSpPr>
          <p:spPr>
            <a:xfrm>
              <a:off x="720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2" name="타원 371">
              <a:extLst>
                <a:ext uri="{FF2B5EF4-FFF2-40B4-BE49-F238E27FC236}">
                  <a16:creationId xmlns:a16="http://schemas.microsoft.com/office/drawing/2014/main" id="{B432F81E-926D-4689-A7C7-912B1CC5778C}"/>
                </a:ext>
              </a:extLst>
            </p:cNvPr>
            <p:cNvSpPr/>
            <p:nvPr/>
          </p:nvSpPr>
          <p:spPr>
            <a:xfrm>
              <a:off x="720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9" name="타원 368">
              <a:extLst>
                <a:ext uri="{FF2B5EF4-FFF2-40B4-BE49-F238E27FC236}">
                  <a16:creationId xmlns:a16="http://schemas.microsoft.com/office/drawing/2014/main" id="{65E45DCC-553C-5D82-DC96-4CF679FADC95}"/>
                </a:ext>
              </a:extLst>
            </p:cNvPr>
            <p:cNvSpPr/>
            <p:nvPr/>
          </p:nvSpPr>
          <p:spPr>
            <a:xfrm>
              <a:off x="7380000" y="37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0" name="타원 369">
              <a:extLst>
                <a:ext uri="{FF2B5EF4-FFF2-40B4-BE49-F238E27FC236}">
                  <a16:creationId xmlns:a16="http://schemas.microsoft.com/office/drawing/2014/main" id="{85414BAE-7F65-6507-919C-2F23A9900AE6}"/>
                </a:ext>
              </a:extLst>
            </p:cNvPr>
            <p:cNvSpPr/>
            <p:nvPr/>
          </p:nvSpPr>
          <p:spPr>
            <a:xfrm>
              <a:off x="7380000" y="39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3CAD95DA-75B2-0B90-5C58-BBD28FC5B6A4}"/>
                </a:ext>
              </a:extLst>
            </p:cNvPr>
            <p:cNvSpPr/>
            <p:nvPr/>
          </p:nvSpPr>
          <p:spPr>
            <a:xfrm>
              <a:off x="7380000" y="41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8" name="타원 367">
              <a:extLst>
                <a:ext uri="{FF2B5EF4-FFF2-40B4-BE49-F238E27FC236}">
                  <a16:creationId xmlns:a16="http://schemas.microsoft.com/office/drawing/2014/main" id="{93C2E56E-F7E1-8115-2A79-F0C40DB83064}"/>
                </a:ext>
              </a:extLst>
            </p:cNvPr>
            <p:cNvSpPr/>
            <p:nvPr/>
          </p:nvSpPr>
          <p:spPr>
            <a:xfrm>
              <a:off x="7380000" y="43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11CD804B-6209-365F-FE61-779075FE7DD6}"/>
                </a:ext>
              </a:extLst>
            </p:cNvPr>
            <p:cNvSpPr/>
            <p:nvPr/>
          </p:nvSpPr>
          <p:spPr>
            <a:xfrm>
              <a:off x="7380000" y="45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F036C046-0434-F2C1-2FA2-455917F27A42}"/>
                </a:ext>
              </a:extLst>
            </p:cNvPr>
            <p:cNvSpPr/>
            <p:nvPr/>
          </p:nvSpPr>
          <p:spPr>
            <a:xfrm>
              <a:off x="7380000" y="46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3" name="타원 362">
              <a:extLst>
                <a:ext uri="{FF2B5EF4-FFF2-40B4-BE49-F238E27FC236}">
                  <a16:creationId xmlns:a16="http://schemas.microsoft.com/office/drawing/2014/main" id="{E8944AEB-F086-5DF1-42E2-CC4A861F7171}"/>
                </a:ext>
              </a:extLst>
            </p:cNvPr>
            <p:cNvSpPr/>
            <p:nvPr/>
          </p:nvSpPr>
          <p:spPr>
            <a:xfrm>
              <a:off x="7380000" y="48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4" name="타원 363">
              <a:extLst>
                <a:ext uri="{FF2B5EF4-FFF2-40B4-BE49-F238E27FC236}">
                  <a16:creationId xmlns:a16="http://schemas.microsoft.com/office/drawing/2014/main" id="{CA4AFB83-8225-8318-CC0F-4E5CD418C8FC}"/>
                </a:ext>
              </a:extLst>
            </p:cNvPr>
            <p:cNvSpPr/>
            <p:nvPr/>
          </p:nvSpPr>
          <p:spPr>
            <a:xfrm>
              <a:off x="7380000" y="50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59" name="타원 358">
              <a:extLst>
                <a:ext uri="{FF2B5EF4-FFF2-40B4-BE49-F238E27FC236}">
                  <a16:creationId xmlns:a16="http://schemas.microsoft.com/office/drawing/2014/main" id="{4EB6EAFE-B5CF-837D-9384-450CD5B07AAC}"/>
                </a:ext>
              </a:extLst>
            </p:cNvPr>
            <p:cNvSpPr/>
            <p:nvPr/>
          </p:nvSpPr>
          <p:spPr>
            <a:xfrm>
              <a:off x="7380000" y="52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0" name="타원 359">
              <a:extLst>
                <a:ext uri="{FF2B5EF4-FFF2-40B4-BE49-F238E27FC236}">
                  <a16:creationId xmlns:a16="http://schemas.microsoft.com/office/drawing/2014/main" id="{AEB0666D-389D-A03F-0DDC-479E0E2D0BA7}"/>
                </a:ext>
              </a:extLst>
            </p:cNvPr>
            <p:cNvSpPr/>
            <p:nvPr/>
          </p:nvSpPr>
          <p:spPr>
            <a:xfrm>
              <a:off x="7380000" y="540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BA4ED04B-E26D-6873-C278-9E91F3CF1542}"/>
                </a:ext>
              </a:extLst>
            </p:cNvPr>
            <p:cNvSpPr/>
            <p:nvPr/>
          </p:nvSpPr>
          <p:spPr>
            <a:xfrm>
              <a:off x="39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5" name="타원 464">
              <a:extLst>
                <a:ext uri="{FF2B5EF4-FFF2-40B4-BE49-F238E27FC236}">
                  <a16:creationId xmlns:a16="http://schemas.microsoft.com/office/drawing/2014/main" id="{E474A8E5-D2E1-C564-D2CF-A9D646B105D7}"/>
                </a:ext>
              </a:extLst>
            </p:cNvPr>
            <p:cNvSpPr/>
            <p:nvPr/>
          </p:nvSpPr>
          <p:spPr>
            <a:xfrm>
              <a:off x="39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6" name="타원 465">
              <a:extLst>
                <a:ext uri="{FF2B5EF4-FFF2-40B4-BE49-F238E27FC236}">
                  <a16:creationId xmlns:a16="http://schemas.microsoft.com/office/drawing/2014/main" id="{752968A1-8A8B-4E21-B1B1-6F39ACC8E47E}"/>
                </a:ext>
              </a:extLst>
            </p:cNvPr>
            <p:cNvSpPr/>
            <p:nvPr/>
          </p:nvSpPr>
          <p:spPr>
            <a:xfrm>
              <a:off x="39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4D0BEE79-FB54-837D-C927-FF9DA5D9BA44}"/>
                </a:ext>
              </a:extLst>
            </p:cNvPr>
            <p:cNvSpPr/>
            <p:nvPr/>
          </p:nvSpPr>
          <p:spPr>
            <a:xfrm>
              <a:off x="39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B9FE5AE2-F247-AA42-4D46-D9CE125CF07A}"/>
                </a:ext>
              </a:extLst>
            </p:cNvPr>
            <p:cNvSpPr/>
            <p:nvPr/>
          </p:nvSpPr>
          <p:spPr>
            <a:xfrm>
              <a:off x="41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10772830-660E-0419-5972-207F1F488E6E}"/>
                </a:ext>
              </a:extLst>
            </p:cNvPr>
            <p:cNvSpPr/>
            <p:nvPr/>
          </p:nvSpPr>
          <p:spPr>
            <a:xfrm>
              <a:off x="41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00AA9F0B-1D83-10DF-802C-2A6E768ED8B6}"/>
                </a:ext>
              </a:extLst>
            </p:cNvPr>
            <p:cNvSpPr/>
            <p:nvPr/>
          </p:nvSpPr>
          <p:spPr>
            <a:xfrm>
              <a:off x="41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1" name="타원 470">
              <a:extLst>
                <a:ext uri="{FF2B5EF4-FFF2-40B4-BE49-F238E27FC236}">
                  <a16:creationId xmlns:a16="http://schemas.microsoft.com/office/drawing/2014/main" id="{4E81F79B-D8F1-D13C-8719-50EA8602433E}"/>
                </a:ext>
              </a:extLst>
            </p:cNvPr>
            <p:cNvSpPr/>
            <p:nvPr/>
          </p:nvSpPr>
          <p:spPr>
            <a:xfrm>
              <a:off x="41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2" name="타원 471">
              <a:extLst>
                <a:ext uri="{FF2B5EF4-FFF2-40B4-BE49-F238E27FC236}">
                  <a16:creationId xmlns:a16="http://schemas.microsoft.com/office/drawing/2014/main" id="{70C78AC6-229E-5A61-DFDC-7663F8936C71}"/>
                </a:ext>
              </a:extLst>
            </p:cNvPr>
            <p:cNvSpPr/>
            <p:nvPr/>
          </p:nvSpPr>
          <p:spPr>
            <a:xfrm>
              <a:off x="43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6A64D62B-B772-CFD3-F328-C7FDC8067D08}"/>
                </a:ext>
              </a:extLst>
            </p:cNvPr>
            <p:cNvSpPr/>
            <p:nvPr/>
          </p:nvSpPr>
          <p:spPr>
            <a:xfrm>
              <a:off x="43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4" name="타원 473">
              <a:extLst>
                <a:ext uri="{FF2B5EF4-FFF2-40B4-BE49-F238E27FC236}">
                  <a16:creationId xmlns:a16="http://schemas.microsoft.com/office/drawing/2014/main" id="{6A7CFA8B-0EA6-796B-3A7C-1BE1F88538BE}"/>
                </a:ext>
              </a:extLst>
            </p:cNvPr>
            <p:cNvSpPr/>
            <p:nvPr/>
          </p:nvSpPr>
          <p:spPr>
            <a:xfrm>
              <a:off x="43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5" name="타원 474">
              <a:extLst>
                <a:ext uri="{FF2B5EF4-FFF2-40B4-BE49-F238E27FC236}">
                  <a16:creationId xmlns:a16="http://schemas.microsoft.com/office/drawing/2014/main" id="{66F8695B-595D-8934-BE77-2F44A6AF8065}"/>
                </a:ext>
              </a:extLst>
            </p:cNvPr>
            <p:cNvSpPr/>
            <p:nvPr/>
          </p:nvSpPr>
          <p:spPr>
            <a:xfrm>
              <a:off x="43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641F33C1-781B-4C22-99D8-566ED639C205}"/>
                </a:ext>
              </a:extLst>
            </p:cNvPr>
            <p:cNvSpPr/>
            <p:nvPr/>
          </p:nvSpPr>
          <p:spPr>
            <a:xfrm>
              <a:off x="45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7" name="타원 476">
              <a:extLst>
                <a:ext uri="{FF2B5EF4-FFF2-40B4-BE49-F238E27FC236}">
                  <a16:creationId xmlns:a16="http://schemas.microsoft.com/office/drawing/2014/main" id="{8677C6E5-72E4-3954-BE65-F7726E6FE126}"/>
                </a:ext>
              </a:extLst>
            </p:cNvPr>
            <p:cNvSpPr/>
            <p:nvPr/>
          </p:nvSpPr>
          <p:spPr>
            <a:xfrm>
              <a:off x="45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8" name="타원 477">
              <a:extLst>
                <a:ext uri="{FF2B5EF4-FFF2-40B4-BE49-F238E27FC236}">
                  <a16:creationId xmlns:a16="http://schemas.microsoft.com/office/drawing/2014/main" id="{9DA5A650-6FEA-FD5E-DA39-9E2F52CBEE10}"/>
                </a:ext>
              </a:extLst>
            </p:cNvPr>
            <p:cNvSpPr/>
            <p:nvPr/>
          </p:nvSpPr>
          <p:spPr>
            <a:xfrm>
              <a:off x="45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79" name="타원 478">
              <a:extLst>
                <a:ext uri="{FF2B5EF4-FFF2-40B4-BE49-F238E27FC236}">
                  <a16:creationId xmlns:a16="http://schemas.microsoft.com/office/drawing/2014/main" id="{3B2D2E97-78AF-C70B-52A5-185E0060DE28}"/>
                </a:ext>
              </a:extLst>
            </p:cNvPr>
            <p:cNvSpPr/>
            <p:nvPr/>
          </p:nvSpPr>
          <p:spPr>
            <a:xfrm>
              <a:off x="45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0" name="타원 479">
              <a:extLst>
                <a:ext uri="{FF2B5EF4-FFF2-40B4-BE49-F238E27FC236}">
                  <a16:creationId xmlns:a16="http://schemas.microsoft.com/office/drawing/2014/main" id="{500DCEF7-F97F-AB15-F058-7D51FCD6DD85}"/>
                </a:ext>
              </a:extLst>
            </p:cNvPr>
            <p:cNvSpPr/>
            <p:nvPr/>
          </p:nvSpPr>
          <p:spPr>
            <a:xfrm>
              <a:off x="46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1" name="타원 480">
              <a:extLst>
                <a:ext uri="{FF2B5EF4-FFF2-40B4-BE49-F238E27FC236}">
                  <a16:creationId xmlns:a16="http://schemas.microsoft.com/office/drawing/2014/main" id="{D1F2FD51-7795-9F04-BB03-C896E3D59D8A}"/>
                </a:ext>
              </a:extLst>
            </p:cNvPr>
            <p:cNvSpPr/>
            <p:nvPr/>
          </p:nvSpPr>
          <p:spPr>
            <a:xfrm>
              <a:off x="46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2" name="타원 481">
              <a:extLst>
                <a:ext uri="{FF2B5EF4-FFF2-40B4-BE49-F238E27FC236}">
                  <a16:creationId xmlns:a16="http://schemas.microsoft.com/office/drawing/2014/main" id="{A3D84FED-73A3-05C1-A8DA-A7C2AEC162B2}"/>
                </a:ext>
              </a:extLst>
            </p:cNvPr>
            <p:cNvSpPr/>
            <p:nvPr/>
          </p:nvSpPr>
          <p:spPr>
            <a:xfrm>
              <a:off x="46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3" name="타원 482">
              <a:extLst>
                <a:ext uri="{FF2B5EF4-FFF2-40B4-BE49-F238E27FC236}">
                  <a16:creationId xmlns:a16="http://schemas.microsoft.com/office/drawing/2014/main" id="{28D69D68-4FF0-846D-CEC6-8E1F3151CF3C}"/>
                </a:ext>
              </a:extLst>
            </p:cNvPr>
            <p:cNvSpPr/>
            <p:nvPr/>
          </p:nvSpPr>
          <p:spPr>
            <a:xfrm>
              <a:off x="46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4" name="타원 483">
              <a:extLst>
                <a:ext uri="{FF2B5EF4-FFF2-40B4-BE49-F238E27FC236}">
                  <a16:creationId xmlns:a16="http://schemas.microsoft.com/office/drawing/2014/main" id="{FA9B231B-734B-9CF2-E05E-2136B8B19F51}"/>
                </a:ext>
              </a:extLst>
            </p:cNvPr>
            <p:cNvSpPr/>
            <p:nvPr/>
          </p:nvSpPr>
          <p:spPr>
            <a:xfrm>
              <a:off x="48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5" name="타원 484">
              <a:extLst>
                <a:ext uri="{FF2B5EF4-FFF2-40B4-BE49-F238E27FC236}">
                  <a16:creationId xmlns:a16="http://schemas.microsoft.com/office/drawing/2014/main" id="{36F6FF1D-3F16-E57E-3113-DC752F5A1E3B}"/>
                </a:ext>
              </a:extLst>
            </p:cNvPr>
            <p:cNvSpPr/>
            <p:nvPr/>
          </p:nvSpPr>
          <p:spPr>
            <a:xfrm>
              <a:off x="48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6" name="타원 485">
              <a:extLst>
                <a:ext uri="{FF2B5EF4-FFF2-40B4-BE49-F238E27FC236}">
                  <a16:creationId xmlns:a16="http://schemas.microsoft.com/office/drawing/2014/main" id="{2718C0B0-1A43-A903-CAD1-B5F52D7F45DC}"/>
                </a:ext>
              </a:extLst>
            </p:cNvPr>
            <p:cNvSpPr/>
            <p:nvPr/>
          </p:nvSpPr>
          <p:spPr>
            <a:xfrm>
              <a:off x="48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E24CE87D-DC50-F7E3-15BA-8FF12967D771}"/>
                </a:ext>
              </a:extLst>
            </p:cNvPr>
            <p:cNvSpPr/>
            <p:nvPr/>
          </p:nvSpPr>
          <p:spPr>
            <a:xfrm>
              <a:off x="48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8" name="타원 487">
              <a:extLst>
                <a:ext uri="{FF2B5EF4-FFF2-40B4-BE49-F238E27FC236}">
                  <a16:creationId xmlns:a16="http://schemas.microsoft.com/office/drawing/2014/main" id="{9C27B245-BD93-8E54-D938-06578749B88F}"/>
                </a:ext>
              </a:extLst>
            </p:cNvPr>
            <p:cNvSpPr/>
            <p:nvPr/>
          </p:nvSpPr>
          <p:spPr>
            <a:xfrm>
              <a:off x="50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D6CD38E9-ADCD-7A9C-B2BA-0A3AFA63F877}"/>
                </a:ext>
              </a:extLst>
            </p:cNvPr>
            <p:cNvSpPr/>
            <p:nvPr/>
          </p:nvSpPr>
          <p:spPr>
            <a:xfrm>
              <a:off x="50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0" name="타원 489">
              <a:extLst>
                <a:ext uri="{FF2B5EF4-FFF2-40B4-BE49-F238E27FC236}">
                  <a16:creationId xmlns:a16="http://schemas.microsoft.com/office/drawing/2014/main" id="{3A75EB24-3144-D3BD-D4AF-8E111E29D5A7}"/>
                </a:ext>
              </a:extLst>
            </p:cNvPr>
            <p:cNvSpPr/>
            <p:nvPr/>
          </p:nvSpPr>
          <p:spPr>
            <a:xfrm>
              <a:off x="50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1" name="타원 490">
              <a:extLst>
                <a:ext uri="{FF2B5EF4-FFF2-40B4-BE49-F238E27FC236}">
                  <a16:creationId xmlns:a16="http://schemas.microsoft.com/office/drawing/2014/main" id="{2E9565F2-51BE-CF59-AC76-87B088A99EA9}"/>
                </a:ext>
              </a:extLst>
            </p:cNvPr>
            <p:cNvSpPr/>
            <p:nvPr/>
          </p:nvSpPr>
          <p:spPr>
            <a:xfrm>
              <a:off x="50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2" name="타원 491">
              <a:extLst>
                <a:ext uri="{FF2B5EF4-FFF2-40B4-BE49-F238E27FC236}">
                  <a16:creationId xmlns:a16="http://schemas.microsoft.com/office/drawing/2014/main" id="{163BBFC9-91F0-E113-0E2F-85056CA3BEAC}"/>
                </a:ext>
              </a:extLst>
            </p:cNvPr>
            <p:cNvSpPr/>
            <p:nvPr/>
          </p:nvSpPr>
          <p:spPr>
            <a:xfrm>
              <a:off x="52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3" name="타원 492">
              <a:extLst>
                <a:ext uri="{FF2B5EF4-FFF2-40B4-BE49-F238E27FC236}">
                  <a16:creationId xmlns:a16="http://schemas.microsoft.com/office/drawing/2014/main" id="{B365259B-2499-183C-D8F1-2F2EF166643B}"/>
                </a:ext>
              </a:extLst>
            </p:cNvPr>
            <p:cNvSpPr/>
            <p:nvPr/>
          </p:nvSpPr>
          <p:spPr>
            <a:xfrm>
              <a:off x="52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4" name="타원 493">
              <a:extLst>
                <a:ext uri="{FF2B5EF4-FFF2-40B4-BE49-F238E27FC236}">
                  <a16:creationId xmlns:a16="http://schemas.microsoft.com/office/drawing/2014/main" id="{1617F01A-0EF3-CBFB-05DD-52FF7605746B}"/>
                </a:ext>
              </a:extLst>
            </p:cNvPr>
            <p:cNvSpPr/>
            <p:nvPr/>
          </p:nvSpPr>
          <p:spPr>
            <a:xfrm>
              <a:off x="52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817F2F4A-2E2F-8585-0216-B82C202E9612}"/>
                </a:ext>
              </a:extLst>
            </p:cNvPr>
            <p:cNvSpPr/>
            <p:nvPr/>
          </p:nvSpPr>
          <p:spPr>
            <a:xfrm>
              <a:off x="52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66DA2437-0FC7-B784-0CC9-0970E4240C2F}"/>
                </a:ext>
              </a:extLst>
            </p:cNvPr>
            <p:cNvSpPr/>
            <p:nvPr/>
          </p:nvSpPr>
          <p:spPr>
            <a:xfrm>
              <a:off x="54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969B41CC-AFE2-40EA-6D12-F54D869B2B96}"/>
                </a:ext>
              </a:extLst>
            </p:cNvPr>
            <p:cNvSpPr/>
            <p:nvPr/>
          </p:nvSpPr>
          <p:spPr>
            <a:xfrm>
              <a:off x="54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8" name="타원 497">
              <a:extLst>
                <a:ext uri="{FF2B5EF4-FFF2-40B4-BE49-F238E27FC236}">
                  <a16:creationId xmlns:a16="http://schemas.microsoft.com/office/drawing/2014/main" id="{749654AA-D1E8-1335-2D43-D65113DEFD48}"/>
                </a:ext>
              </a:extLst>
            </p:cNvPr>
            <p:cNvSpPr/>
            <p:nvPr/>
          </p:nvSpPr>
          <p:spPr>
            <a:xfrm>
              <a:off x="54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99" name="타원 498">
              <a:extLst>
                <a:ext uri="{FF2B5EF4-FFF2-40B4-BE49-F238E27FC236}">
                  <a16:creationId xmlns:a16="http://schemas.microsoft.com/office/drawing/2014/main" id="{FE7ABEC9-27C3-F9CE-CA1E-9B9F51D40545}"/>
                </a:ext>
              </a:extLst>
            </p:cNvPr>
            <p:cNvSpPr/>
            <p:nvPr/>
          </p:nvSpPr>
          <p:spPr>
            <a:xfrm>
              <a:off x="54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0" name="타원 499">
              <a:extLst>
                <a:ext uri="{FF2B5EF4-FFF2-40B4-BE49-F238E27FC236}">
                  <a16:creationId xmlns:a16="http://schemas.microsoft.com/office/drawing/2014/main" id="{3F987D2D-5CF2-7D68-FC88-A160BC40AC70}"/>
                </a:ext>
              </a:extLst>
            </p:cNvPr>
            <p:cNvSpPr/>
            <p:nvPr/>
          </p:nvSpPr>
          <p:spPr>
            <a:xfrm>
              <a:off x="55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1" name="타원 500">
              <a:extLst>
                <a:ext uri="{FF2B5EF4-FFF2-40B4-BE49-F238E27FC236}">
                  <a16:creationId xmlns:a16="http://schemas.microsoft.com/office/drawing/2014/main" id="{A30F38E1-068C-1632-4CE4-3D48026CDDBF}"/>
                </a:ext>
              </a:extLst>
            </p:cNvPr>
            <p:cNvSpPr/>
            <p:nvPr/>
          </p:nvSpPr>
          <p:spPr>
            <a:xfrm>
              <a:off x="55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2" name="타원 501">
              <a:extLst>
                <a:ext uri="{FF2B5EF4-FFF2-40B4-BE49-F238E27FC236}">
                  <a16:creationId xmlns:a16="http://schemas.microsoft.com/office/drawing/2014/main" id="{5BA0B776-8F7A-234D-70B8-D2E5197637B5}"/>
                </a:ext>
              </a:extLst>
            </p:cNvPr>
            <p:cNvSpPr/>
            <p:nvPr/>
          </p:nvSpPr>
          <p:spPr>
            <a:xfrm>
              <a:off x="55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3" name="타원 502">
              <a:extLst>
                <a:ext uri="{FF2B5EF4-FFF2-40B4-BE49-F238E27FC236}">
                  <a16:creationId xmlns:a16="http://schemas.microsoft.com/office/drawing/2014/main" id="{9695C138-DF0B-0862-1731-B449FF4DE97C}"/>
                </a:ext>
              </a:extLst>
            </p:cNvPr>
            <p:cNvSpPr/>
            <p:nvPr/>
          </p:nvSpPr>
          <p:spPr>
            <a:xfrm>
              <a:off x="55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4" name="타원 503">
              <a:extLst>
                <a:ext uri="{FF2B5EF4-FFF2-40B4-BE49-F238E27FC236}">
                  <a16:creationId xmlns:a16="http://schemas.microsoft.com/office/drawing/2014/main" id="{28EDBB64-EAD9-6AEC-432E-E75A3C583A49}"/>
                </a:ext>
              </a:extLst>
            </p:cNvPr>
            <p:cNvSpPr/>
            <p:nvPr/>
          </p:nvSpPr>
          <p:spPr>
            <a:xfrm>
              <a:off x="57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5" name="타원 504">
              <a:extLst>
                <a:ext uri="{FF2B5EF4-FFF2-40B4-BE49-F238E27FC236}">
                  <a16:creationId xmlns:a16="http://schemas.microsoft.com/office/drawing/2014/main" id="{4EDFAADE-CDE4-EBB9-1FB9-13FAD6816EEF}"/>
                </a:ext>
              </a:extLst>
            </p:cNvPr>
            <p:cNvSpPr/>
            <p:nvPr/>
          </p:nvSpPr>
          <p:spPr>
            <a:xfrm>
              <a:off x="57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6" name="타원 505">
              <a:extLst>
                <a:ext uri="{FF2B5EF4-FFF2-40B4-BE49-F238E27FC236}">
                  <a16:creationId xmlns:a16="http://schemas.microsoft.com/office/drawing/2014/main" id="{DD14EBFC-A8C9-D39D-40D5-7DD995268A75}"/>
                </a:ext>
              </a:extLst>
            </p:cNvPr>
            <p:cNvSpPr/>
            <p:nvPr/>
          </p:nvSpPr>
          <p:spPr>
            <a:xfrm>
              <a:off x="57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7" name="타원 506">
              <a:extLst>
                <a:ext uri="{FF2B5EF4-FFF2-40B4-BE49-F238E27FC236}">
                  <a16:creationId xmlns:a16="http://schemas.microsoft.com/office/drawing/2014/main" id="{F0991042-446E-C6B2-E81F-F6171EEC3DAA}"/>
                </a:ext>
              </a:extLst>
            </p:cNvPr>
            <p:cNvSpPr/>
            <p:nvPr/>
          </p:nvSpPr>
          <p:spPr>
            <a:xfrm>
              <a:off x="57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8" name="타원 507">
              <a:extLst>
                <a:ext uri="{FF2B5EF4-FFF2-40B4-BE49-F238E27FC236}">
                  <a16:creationId xmlns:a16="http://schemas.microsoft.com/office/drawing/2014/main" id="{330112F8-8762-34D0-A0ED-A335DDE6EE2B}"/>
                </a:ext>
              </a:extLst>
            </p:cNvPr>
            <p:cNvSpPr/>
            <p:nvPr/>
          </p:nvSpPr>
          <p:spPr>
            <a:xfrm>
              <a:off x="59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09" name="타원 508">
              <a:extLst>
                <a:ext uri="{FF2B5EF4-FFF2-40B4-BE49-F238E27FC236}">
                  <a16:creationId xmlns:a16="http://schemas.microsoft.com/office/drawing/2014/main" id="{B2D9F453-DC64-1165-77A1-581B92D50F49}"/>
                </a:ext>
              </a:extLst>
            </p:cNvPr>
            <p:cNvSpPr/>
            <p:nvPr/>
          </p:nvSpPr>
          <p:spPr>
            <a:xfrm>
              <a:off x="59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0" name="타원 509">
              <a:extLst>
                <a:ext uri="{FF2B5EF4-FFF2-40B4-BE49-F238E27FC236}">
                  <a16:creationId xmlns:a16="http://schemas.microsoft.com/office/drawing/2014/main" id="{696A586F-FED4-760B-9FD6-77324E72B4DE}"/>
                </a:ext>
              </a:extLst>
            </p:cNvPr>
            <p:cNvSpPr/>
            <p:nvPr/>
          </p:nvSpPr>
          <p:spPr>
            <a:xfrm>
              <a:off x="59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1" name="타원 510">
              <a:extLst>
                <a:ext uri="{FF2B5EF4-FFF2-40B4-BE49-F238E27FC236}">
                  <a16:creationId xmlns:a16="http://schemas.microsoft.com/office/drawing/2014/main" id="{E3E82689-508D-8128-F6D0-17AFB4BDD849}"/>
                </a:ext>
              </a:extLst>
            </p:cNvPr>
            <p:cNvSpPr/>
            <p:nvPr/>
          </p:nvSpPr>
          <p:spPr>
            <a:xfrm>
              <a:off x="59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B4B85D58-FF9B-13F0-F072-E507796C981A}"/>
                </a:ext>
              </a:extLst>
            </p:cNvPr>
            <p:cNvSpPr/>
            <p:nvPr/>
          </p:nvSpPr>
          <p:spPr>
            <a:xfrm>
              <a:off x="61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3" name="타원 512">
              <a:extLst>
                <a:ext uri="{FF2B5EF4-FFF2-40B4-BE49-F238E27FC236}">
                  <a16:creationId xmlns:a16="http://schemas.microsoft.com/office/drawing/2014/main" id="{AA5BDBA5-5F35-F827-8A9D-5F8B43DEB811}"/>
                </a:ext>
              </a:extLst>
            </p:cNvPr>
            <p:cNvSpPr/>
            <p:nvPr/>
          </p:nvSpPr>
          <p:spPr>
            <a:xfrm>
              <a:off x="61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4" name="타원 513">
              <a:extLst>
                <a:ext uri="{FF2B5EF4-FFF2-40B4-BE49-F238E27FC236}">
                  <a16:creationId xmlns:a16="http://schemas.microsoft.com/office/drawing/2014/main" id="{076DDF11-2FBD-F7B3-9D2C-E48BD9735939}"/>
                </a:ext>
              </a:extLst>
            </p:cNvPr>
            <p:cNvSpPr/>
            <p:nvPr/>
          </p:nvSpPr>
          <p:spPr>
            <a:xfrm>
              <a:off x="61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5" name="타원 514">
              <a:extLst>
                <a:ext uri="{FF2B5EF4-FFF2-40B4-BE49-F238E27FC236}">
                  <a16:creationId xmlns:a16="http://schemas.microsoft.com/office/drawing/2014/main" id="{F65C2853-A465-5A04-C90F-3D27EE37CC1E}"/>
                </a:ext>
              </a:extLst>
            </p:cNvPr>
            <p:cNvSpPr/>
            <p:nvPr/>
          </p:nvSpPr>
          <p:spPr>
            <a:xfrm>
              <a:off x="61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5F139081-4B26-7641-0213-690B248D9086}"/>
                </a:ext>
              </a:extLst>
            </p:cNvPr>
            <p:cNvSpPr/>
            <p:nvPr/>
          </p:nvSpPr>
          <p:spPr>
            <a:xfrm>
              <a:off x="63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7" name="타원 516">
              <a:extLst>
                <a:ext uri="{FF2B5EF4-FFF2-40B4-BE49-F238E27FC236}">
                  <a16:creationId xmlns:a16="http://schemas.microsoft.com/office/drawing/2014/main" id="{CDDC907A-E7C5-DB42-2360-C9EEC4AFE57E}"/>
                </a:ext>
              </a:extLst>
            </p:cNvPr>
            <p:cNvSpPr/>
            <p:nvPr/>
          </p:nvSpPr>
          <p:spPr>
            <a:xfrm>
              <a:off x="63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8" name="타원 517">
              <a:extLst>
                <a:ext uri="{FF2B5EF4-FFF2-40B4-BE49-F238E27FC236}">
                  <a16:creationId xmlns:a16="http://schemas.microsoft.com/office/drawing/2014/main" id="{9EC623A3-2E7B-906F-3108-1757B9D83070}"/>
                </a:ext>
              </a:extLst>
            </p:cNvPr>
            <p:cNvSpPr/>
            <p:nvPr/>
          </p:nvSpPr>
          <p:spPr>
            <a:xfrm>
              <a:off x="63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CF3A6ECD-7DA8-AD66-D849-1A987BD5582B}"/>
                </a:ext>
              </a:extLst>
            </p:cNvPr>
            <p:cNvSpPr/>
            <p:nvPr/>
          </p:nvSpPr>
          <p:spPr>
            <a:xfrm>
              <a:off x="63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D4C6F80C-2D08-9AE9-6935-84373EA2397B}"/>
                </a:ext>
              </a:extLst>
            </p:cNvPr>
            <p:cNvSpPr/>
            <p:nvPr/>
          </p:nvSpPr>
          <p:spPr>
            <a:xfrm>
              <a:off x="64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1" name="타원 520">
              <a:extLst>
                <a:ext uri="{FF2B5EF4-FFF2-40B4-BE49-F238E27FC236}">
                  <a16:creationId xmlns:a16="http://schemas.microsoft.com/office/drawing/2014/main" id="{E56283B7-706B-E5F2-5C00-0A6D909F17A3}"/>
                </a:ext>
              </a:extLst>
            </p:cNvPr>
            <p:cNvSpPr/>
            <p:nvPr/>
          </p:nvSpPr>
          <p:spPr>
            <a:xfrm>
              <a:off x="64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2" name="타원 521">
              <a:extLst>
                <a:ext uri="{FF2B5EF4-FFF2-40B4-BE49-F238E27FC236}">
                  <a16:creationId xmlns:a16="http://schemas.microsoft.com/office/drawing/2014/main" id="{41A81342-2A9C-7AB2-90B9-0640E88C7A09}"/>
                </a:ext>
              </a:extLst>
            </p:cNvPr>
            <p:cNvSpPr/>
            <p:nvPr/>
          </p:nvSpPr>
          <p:spPr>
            <a:xfrm>
              <a:off x="64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3" name="타원 522">
              <a:extLst>
                <a:ext uri="{FF2B5EF4-FFF2-40B4-BE49-F238E27FC236}">
                  <a16:creationId xmlns:a16="http://schemas.microsoft.com/office/drawing/2014/main" id="{144621EC-D5BA-69A4-7A6D-48930A4E3CD1}"/>
                </a:ext>
              </a:extLst>
            </p:cNvPr>
            <p:cNvSpPr/>
            <p:nvPr/>
          </p:nvSpPr>
          <p:spPr>
            <a:xfrm>
              <a:off x="64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F397F026-0E15-D14A-6301-1778A844276F}"/>
                </a:ext>
              </a:extLst>
            </p:cNvPr>
            <p:cNvSpPr/>
            <p:nvPr/>
          </p:nvSpPr>
          <p:spPr>
            <a:xfrm>
              <a:off x="666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5" name="타원 524">
              <a:extLst>
                <a:ext uri="{FF2B5EF4-FFF2-40B4-BE49-F238E27FC236}">
                  <a16:creationId xmlns:a16="http://schemas.microsoft.com/office/drawing/2014/main" id="{3D0E37AA-C148-7CAB-C563-5F5968A32466}"/>
                </a:ext>
              </a:extLst>
            </p:cNvPr>
            <p:cNvSpPr/>
            <p:nvPr/>
          </p:nvSpPr>
          <p:spPr>
            <a:xfrm>
              <a:off x="666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6" name="타원 525">
              <a:extLst>
                <a:ext uri="{FF2B5EF4-FFF2-40B4-BE49-F238E27FC236}">
                  <a16:creationId xmlns:a16="http://schemas.microsoft.com/office/drawing/2014/main" id="{4E46FEE6-D597-7B32-F40D-B8B7B32CB983}"/>
                </a:ext>
              </a:extLst>
            </p:cNvPr>
            <p:cNvSpPr/>
            <p:nvPr/>
          </p:nvSpPr>
          <p:spPr>
            <a:xfrm>
              <a:off x="666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7" name="타원 526">
              <a:extLst>
                <a:ext uri="{FF2B5EF4-FFF2-40B4-BE49-F238E27FC236}">
                  <a16:creationId xmlns:a16="http://schemas.microsoft.com/office/drawing/2014/main" id="{8E575541-CC02-83E8-7251-0D1892B26060}"/>
                </a:ext>
              </a:extLst>
            </p:cNvPr>
            <p:cNvSpPr/>
            <p:nvPr/>
          </p:nvSpPr>
          <p:spPr>
            <a:xfrm>
              <a:off x="666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5B362296-1850-A19B-AA6F-18A5949E50D9}"/>
                </a:ext>
              </a:extLst>
            </p:cNvPr>
            <p:cNvSpPr/>
            <p:nvPr/>
          </p:nvSpPr>
          <p:spPr>
            <a:xfrm>
              <a:off x="684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E95708BD-91FA-5D1D-725C-D5A361C05CEC}"/>
                </a:ext>
              </a:extLst>
            </p:cNvPr>
            <p:cNvSpPr/>
            <p:nvPr/>
          </p:nvSpPr>
          <p:spPr>
            <a:xfrm>
              <a:off x="684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D9C5EDF4-2F11-D4E1-3859-F0D39151D1DE}"/>
                </a:ext>
              </a:extLst>
            </p:cNvPr>
            <p:cNvSpPr/>
            <p:nvPr/>
          </p:nvSpPr>
          <p:spPr>
            <a:xfrm>
              <a:off x="684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DAC87302-BD21-35DC-348E-6A5C3E3CC9D9}"/>
                </a:ext>
              </a:extLst>
            </p:cNvPr>
            <p:cNvSpPr/>
            <p:nvPr/>
          </p:nvSpPr>
          <p:spPr>
            <a:xfrm>
              <a:off x="684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B48EBE5D-AE26-CDEE-2AAA-496C25423DD8}"/>
                </a:ext>
              </a:extLst>
            </p:cNvPr>
            <p:cNvSpPr/>
            <p:nvPr/>
          </p:nvSpPr>
          <p:spPr>
            <a:xfrm>
              <a:off x="702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20725892-784F-F829-187D-6AB00CCE2D8D}"/>
                </a:ext>
              </a:extLst>
            </p:cNvPr>
            <p:cNvSpPr/>
            <p:nvPr/>
          </p:nvSpPr>
          <p:spPr>
            <a:xfrm>
              <a:off x="702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9FE804AF-0684-9BB2-DCA0-2B86128F200B}"/>
                </a:ext>
              </a:extLst>
            </p:cNvPr>
            <p:cNvSpPr/>
            <p:nvPr/>
          </p:nvSpPr>
          <p:spPr>
            <a:xfrm>
              <a:off x="702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5" name="타원 534">
              <a:extLst>
                <a:ext uri="{FF2B5EF4-FFF2-40B4-BE49-F238E27FC236}">
                  <a16:creationId xmlns:a16="http://schemas.microsoft.com/office/drawing/2014/main" id="{574EF855-3ABF-FF00-1164-F0E105674316}"/>
                </a:ext>
              </a:extLst>
            </p:cNvPr>
            <p:cNvSpPr/>
            <p:nvPr/>
          </p:nvSpPr>
          <p:spPr>
            <a:xfrm>
              <a:off x="702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68B6DB2D-D174-16AA-2E34-98E3D52CC62D}"/>
                </a:ext>
              </a:extLst>
            </p:cNvPr>
            <p:cNvSpPr/>
            <p:nvPr/>
          </p:nvSpPr>
          <p:spPr>
            <a:xfrm>
              <a:off x="720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7" name="타원 536">
              <a:extLst>
                <a:ext uri="{FF2B5EF4-FFF2-40B4-BE49-F238E27FC236}">
                  <a16:creationId xmlns:a16="http://schemas.microsoft.com/office/drawing/2014/main" id="{0A4AB9B2-D463-70F9-E65E-E7DE6334BD0C}"/>
                </a:ext>
              </a:extLst>
            </p:cNvPr>
            <p:cNvSpPr/>
            <p:nvPr/>
          </p:nvSpPr>
          <p:spPr>
            <a:xfrm>
              <a:off x="720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8" name="타원 537">
              <a:extLst>
                <a:ext uri="{FF2B5EF4-FFF2-40B4-BE49-F238E27FC236}">
                  <a16:creationId xmlns:a16="http://schemas.microsoft.com/office/drawing/2014/main" id="{348B1EBB-776D-ADC4-7281-92CF1D247FF5}"/>
                </a:ext>
              </a:extLst>
            </p:cNvPr>
            <p:cNvSpPr/>
            <p:nvPr/>
          </p:nvSpPr>
          <p:spPr>
            <a:xfrm>
              <a:off x="720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39" name="타원 538">
              <a:extLst>
                <a:ext uri="{FF2B5EF4-FFF2-40B4-BE49-F238E27FC236}">
                  <a16:creationId xmlns:a16="http://schemas.microsoft.com/office/drawing/2014/main" id="{DFFAA9D0-59AB-E726-98A5-452870D4B5FC}"/>
                </a:ext>
              </a:extLst>
            </p:cNvPr>
            <p:cNvSpPr/>
            <p:nvPr/>
          </p:nvSpPr>
          <p:spPr>
            <a:xfrm>
              <a:off x="720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0" name="타원 539">
              <a:extLst>
                <a:ext uri="{FF2B5EF4-FFF2-40B4-BE49-F238E27FC236}">
                  <a16:creationId xmlns:a16="http://schemas.microsoft.com/office/drawing/2014/main" id="{D0B48D69-011C-D05D-04AF-91DB4C7C58B6}"/>
                </a:ext>
              </a:extLst>
            </p:cNvPr>
            <p:cNvSpPr/>
            <p:nvPr/>
          </p:nvSpPr>
          <p:spPr>
            <a:xfrm>
              <a:off x="7380000" y="558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1" name="타원 540">
              <a:extLst>
                <a:ext uri="{FF2B5EF4-FFF2-40B4-BE49-F238E27FC236}">
                  <a16:creationId xmlns:a16="http://schemas.microsoft.com/office/drawing/2014/main" id="{B726E6B2-2753-74E2-7631-7E090AD13EE1}"/>
                </a:ext>
              </a:extLst>
            </p:cNvPr>
            <p:cNvSpPr/>
            <p:nvPr/>
          </p:nvSpPr>
          <p:spPr>
            <a:xfrm>
              <a:off x="7380000" y="576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2" name="타원 541">
              <a:extLst>
                <a:ext uri="{FF2B5EF4-FFF2-40B4-BE49-F238E27FC236}">
                  <a16:creationId xmlns:a16="http://schemas.microsoft.com/office/drawing/2014/main" id="{9DF321C3-C3AB-844A-FBC3-4AB00C5C0B49}"/>
                </a:ext>
              </a:extLst>
            </p:cNvPr>
            <p:cNvSpPr/>
            <p:nvPr/>
          </p:nvSpPr>
          <p:spPr>
            <a:xfrm>
              <a:off x="7380000" y="594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3" name="타원 542">
              <a:extLst>
                <a:ext uri="{FF2B5EF4-FFF2-40B4-BE49-F238E27FC236}">
                  <a16:creationId xmlns:a16="http://schemas.microsoft.com/office/drawing/2014/main" id="{4BE5E6C3-8444-E41A-96C6-0298BBCFABDE}"/>
                </a:ext>
              </a:extLst>
            </p:cNvPr>
            <p:cNvSpPr/>
            <p:nvPr/>
          </p:nvSpPr>
          <p:spPr>
            <a:xfrm>
              <a:off x="7380000" y="61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50759C58-B9B6-59C9-8BEB-60A2201EA1E9}"/>
              </a:ext>
            </a:extLst>
          </p:cNvPr>
          <p:cNvGrpSpPr/>
          <p:nvPr/>
        </p:nvGrpSpPr>
        <p:grpSpPr>
          <a:xfrm>
            <a:off x="2988000" y="1475999"/>
            <a:ext cx="1332000" cy="1620000"/>
            <a:chOff x="3348000" y="2196000"/>
            <a:chExt cx="1332000" cy="162000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CF5FBDD-8528-B653-90BC-59A51652511E}"/>
                </a:ext>
              </a:extLst>
            </p:cNvPr>
            <p:cNvSpPr/>
            <p:nvPr/>
          </p:nvSpPr>
          <p:spPr>
            <a:xfrm flipH="1">
              <a:off x="3348000" y="2196000"/>
              <a:ext cx="1332000" cy="1620000"/>
            </a:xfrm>
            <a:prstGeom prst="roundRect">
              <a:avLst>
                <a:gd name="adj" fmla="val 9430"/>
              </a:avLst>
            </a:prstGeom>
            <a:solidFill>
              <a:srgbClr val="7030A0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2594930-34AE-6FB3-C726-88ADD83B4EF9}"/>
                </a:ext>
              </a:extLst>
            </p:cNvPr>
            <p:cNvSpPr/>
            <p:nvPr/>
          </p:nvSpPr>
          <p:spPr>
            <a:xfrm flipH="1">
              <a:off x="3420000" y="2880001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O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BEB453D-4764-9CAA-D9F2-FA28F0CB4E44}"/>
                </a:ext>
              </a:extLst>
            </p:cNvPr>
            <p:cNvSpPr/>
            <p:nvPr/>
          </p:nvSpPr>
          <p:spPr>
            <a:xfrm flipH="1">
              <a:off x="450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2B00FAB-FF57-5727-6C2B-87C3097B4475}"/>
                </a:ext>
              </a:extLst>
            </p:cNvPr>
            <p:cNvSpPr/>
            <p:nvPr/>
          </p:nvSpPr>
          <p:spPr>
            <a:xfrm flipH="1">
              <a:off x="4500000" y="27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DC5091B-B59F-A510-4B13-C6613D64AAE7}"/>
                </a:ext>
              </a:extLst>
            </p:cNvPr>
            <p:cNvSpPr/>
            <p:nvPr/>
          </p:nvSpPr>
          <p:spPr>
            <a:xfrm flipH="1">
              <a:off x="4500000" y="25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EED34F6-D260-AF02-1295-D78B2A4A6E5B}"/>
                </a:ext>
              </a:extLst>
            </p:cNvPr>
            <p:cNvSpPr/>
            <p:nvPr/>
          </p:nvSpPr>
          <p:spPr>
            <a:xfrm flipH="1">
              <a:off x="4500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BB77FDF3-71D6-C91B-9996-4D6BEF337FEC}"/>
                </a:ext>
              </a:extLst>
            </p:cNvPr>
            <p:cNvSpPr/>
            <p:nvPr/>
          </p:nvSpPr>
          <p:spPr>
            <a:xfrm flipH="1">
              <a:off x="4500000" y="360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EDB35AA-A447-FAC6-BAB2-ED27716B0193}"/>
                </a:ext>
              </a:extLst>
            </p:cNvPr>
            <p:cNvSpPr/>
            <p:nvPr/>
          </p:nvSpPr>
          <p:spPr>
            <a:xfrm flipH="1">
              <a:off x="4500000" y="28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A082681-B648-49F1-0F45-7E062CF0F594}"/>
                </a:ext>
              </a:extLst>
            </p:cNvPr>
            <p:cNvSpPr/>
            <p:nvPr/>
          </p:nvSpPr>
          <p:spPr>
            <a:xfrm flipH="1">
              <a:off x="3420000" y="34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959CF42-235B-4CEA-733B-4887B334D400}"/>
                </a:ext>
              </a:extLst>
            </p:cNvPr>
            <p:cNvSpPr/>
            <p:nvPr/>
          </p:nvSpPr>
          <p:spPr>
            <a:xfrm flipH="1">
              <a:off x="3420000" y="23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F0DA922B-2A0D-376A-8E34-8383B6E51707}"/>
                </a:ext>
              </a:extLst>
            </p:cNvPr>
            <p:cNvSpPr/>
            <p:nvPr/>
          </p:nvSpPr>
          <p:spPr>
            <a:xfrm flipH="1">
              <a:off x="3420000" y="324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AED32DA-41E9-A134-3757-DDA8F63C992D}"/>
                </a:ext>
              </a:extLst>
            </p:cNvPr>
            <p:cNvSpPr/>
            <p:nvPr/>
          </p:nvSpPr>
          <p:spPr>
            <a:xfrm flipH="1">
              <a:off x="3420000" y="306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F4D330B-E8DF-32CD-1799-A1F35C2F010C}"/>
                </a:ext>
              </a:extLst>
            </p:cNvPr>
            <p:cNvSpPr/>
            <p:nvPr/>
          </p:nvSpPr>
          <p:spPr>
            <a:xfrm flipH="1">
              <a:off x="4500000" y="32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1C2FA50-55D5-4ACF-F7CB-AE78AA703132}"/>
                </a:ext>
              </a:extLst>
            </p:cNvPr>
            <p:cNvSpPr/>
            <p:nvPr/>
          </p:nvSpPr>
          <p:spPr>
            <a:xfrm flipH="1">
              <a:off x="3420000" y="27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86267FAB-87EE-DC98-0E83-0217B18EE6DF}"/>
                </a:ext>
              </a:extLst>
            </p:cNvPr>
            <p:cNvSpPr/>
            <p:nvPr/>
          </p:nvSpPr>
          <p:spPr>
            <a:xfrm flipH="1">
              <a:off x="3420000" y="252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54805C2F-B995-A28C-9231-B7B87E16400F}"/>
                </a:ext>
              </a:extLst>
            </p:cNvPr>
            <p:cNvSpPr/>
            <p:nvPr/>
          </p:nvSpPr>
          <p:spPr>
            <a:xfrm flipH="1">
              <a:off x="3420000" y="3600000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97" name="타원 696">
              <a:extLst>
                <a:ext uri="{FF2B5EF4-FFF2-40B4-BE49-F238E27FC236}">
                  <a16:creationId xmlns:a16="http://schemas.microsoft.com/office/drawing/2014/main" id="{2352FAA5-24BA-3551-518F-D8EF0A7FEFE8}"/>
                </a:ext>
              </a:extLst>
            </p:cNvPr>
            <p:cNvSpPr/>
            <p:nvPr/>
          </p:nvSpPr>
          <p:spPr>
            <a:xfrm>
              <a:off x="4500000" y="306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314" name="타원 313">
              <a:extLst>
                <a:ext uri="{FF2B5EF4-FFF2-40B4-BE49-F238E27FC236}">
                  <a16:creationId xmlns:a16="http://schemas.microsoft.com/office/drawing/2014/main" id="{6BBBB54E-2E00-5F1B-8BBE-5ACA19F198DE}"/>
                </a:ext>
              </a:extLst>
            </p:cNvPr>
            <p:cNvSpPr/>
            <p:nvPr/>
          </p:nvSpPr>
          <p:spPr>
            <a:xfrm flipH="1">
              <a:off x="4320000" y="234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0F905B96-D64B-5C90-5214-E9B1C5ACB775}"/>
              </a:ext>
            </a:extLst>
          </p:cNvPr>
          <p:cNvGrpSpPr/>
          <p:nvPr/>
        </p:nvGrpSpPr>
        <p:grpSpPr>
          <a:xfrm>
            <a:off x="1008000" y="1511999"/>
            <a:ext cx="936000" cy="684000"/>
            <a:chOff x="1369761" y="2223713"/>
            <a:chExt cx="936000" cy="684000"/>
          </a:xfrm>
        </p:grpSpPr>
        <p:sp>
          <p:nvSpPr>
            <p:cNvPr id="553" name="직사각형 552">
              <a:extLst>
                <a:ext uri="{FF2B5EF4-FFF2-40B4-BE49-F238E27FC236}">
                  <a16:creationId xmlns:a16="http://schemas.microsoft.com/office/drawing/2014/main" id="{BDCA663E-2260-3DB8-1CBF-A82C90CDD294}"/>
                </a:ext>
              </a:extLst>
            </p:cNvPr>
            <p:cNvSpPr/>
            <p:nvPr/>
          </p:nvSpPr>
          <p:spPr>
            <a:xfrm rot="5400000">
              <a:off x="1495761" y="2097713"/>
              <a:ext cx="684000" cy="936000"/>
            </a:xfrm>
            <a:prstGeom prst="rect">
              <a:avLst/>
            </a:prstGeom>
            <a:solidFill>
              <a:srgbClr val="00B0F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801" dirty="0"/>
                <a:t>Buck</a:t>
              </a:r>
              <a:endParaRPr lang="ko-KR" altLang="en-US" sz="1801" dirty="0"/>
            </a:p>
          </p:txBody>
        </p:sp>
        <p:sp>
          <p:nvSpPr>
            <p:cNvPr id="554" name="타원 553">
              <a:extLst>
                <a:ext uri="{FF2B5EF4-FFF2-40B4-BE49-F238E27FC236}">
                  <a16:creationId xmlns:a16="http://schemas.microsoft.com/office/drawing/2014/main" id="{57859ADC-7FEB-4D91-2544-EA0C739B5C4C}"/>
                </a:ext>
              </a:extLst>
            </p:cNvPr>
            <p:cNvSpPr/>
            <p:nvPr/>
          </p:nvSpPr>
          <p:spPr>
            <a:xfrm rot="5400000">
              <a:off x="2161761" y="2331713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5" name="타원 554">
              <a:extLst>
                <a:ext uri="{FF2B5EF4-FFF2-40B4-BE49-F238E27FC236}">
                  <a16:creationId xmlns:a16="http://schemas.microsoft.com/office/drawing/2014/main" id="{1540A165-C246-3A13-C367-B5216FFBE6D8}"/>
                </a:ext>
              </a:extLst>
            </p:cNvPr>
            <p:cNvSpPr/>
            <p:nvPr/>
          </p:nvSpPr>
          <p:spPr>
            <a:xfrm rot="5400000">
              <a:off x="2161761" y="251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56" name="타원 555">
              <a:extLst>
                <a:ext uri="{FF2B5EF4-FFF2-40B4-BE49-F238E27FC236}">
                  <a16:creationId xmlns:a16="http://schemas.microsoft.com/office/drawing/2014/main" id="{55A56D6F-D1A2-E228-9552-97D22D99A058}"/>
                </a:ext>
              </a:extLst>
            </p:cNvPr>
            <p:cNvSpPr/>
            <p:nvPr/>
          </p:nvSpPr>
          <p:spPr>
            <a:xfrm>
              <a:off x="2161761" y="2691713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705" name="연결선: 구부러짐 704">
            <a:extLst>
              <a:ext uri="{FF2B5EF4-FFF2-40B4-BE49-F238E27FC236}">
                <a16:creationId xmlns:a16="http://schemas.microsoft.com/office/drawing/2014/main" id="{8C921F68-CE43-B4AB-89F8-FA2999768709}"/>
              </a:ext>
            </a:extLst>
          </p:cNvPr>
          <p:cNvCxnSpPr>
            <a:cxnSpLocks/>
            <a:stCxn id="33" idx="2"/>
            <a:endCxn id="54" idx="6"/>
          </p:cNvCxnSpPr>
          <p:nvPr/>
        </p:nvCxnSpPr>
        <p:spPr>
          <a:xfrm rot="5400000" flipH="1" flipV="1">
            <a:off x="1674000" y="2033999"/>
            <a:ext cx="1746000" cy="102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연결선: 구부러짐 710">
            <a:extLst>
              <a:ext uri="{FF2B5EF4-FFF2-40B4-BE49-F238E27FC236}">
                <a16:creationId xmlns:a16="http://schemas.microsoft.com/office/drawing/2014/main" id="{56513FAA-FC0D-BFD8-2CB5-D8118238F026}"/>
              </a:ext>
            </a:extLst>
          </p:cNvPr>
          <p:cNvCxnSpPr>
            <a:cxnSpLocks/>
            <a:stCxn id="6" idx="2"/>
            <a:endCxn id="60" idx="6"/>
          </p:cNvCxnSpPr>
          <p:nvPr/>
        </p:nvCxnSpPr>
        <p:spPr>
          <a:xfrm rot="5400000" flipH="1" flipV="1">
            <a:off x="2034000" y="2213999"/>
            <a:ext cx="120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연결선: 구부러짐 713">
            <a:extLst>
              <a:ext uri="{FF2B5EF4-FFF2-40B4-BE49-F238E27FC236}">
                <a16:creationId xmlns:a16="http://schemas.microsoft.com/office/drawing/2014/main" id="{681A4C69-C45A-7A6F-B973-BCA9556102E3}"/>
              </a:ext>
            </a:extLst>
          </p:cNvPr>
          <p:cNvCxnSpPr>
            <a:cxnSpLocks/>
            <a:stCxn id="36" idx="2"/>
            <a:endCxn id="61" idx="6"/>
          </p:cNvCxnSpPr>
          <p:nvPr/>
        </p:nvCxnSpPr>
        <p:spPr>
          <a:xfrm rot="5400000" flipH="1" flipV="1">
            <a:off x="1674000" y="2213999"/>
            <a:ext cx="1746000" cy="102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연결선: 구부러짐 721">
            <a:extLst>
              <a:ext uri="{FF2B5EF4-FFF2-40B4-BE49-F238E27FC236}">
                <a16:creationId xmlns:a16="http://schemas.microsoft.com/office/drawing/2014/main" id="{2690DA27-CFD8-1860-2712-24274CD8BD49}"/>
              </a:ext>
            </a:extLst>
          </p:cNvPr>
          <p:cNvCxnSpPr>
            <a:cxnSpLocks/>
            <a:stCxn id="17" idx="2"/>
            <a:endCxn id="55" idx="6"/>
          </p:cNvCxnSpPr>
          <p:nvPr/>
        </p:nvCxnSpPr>
        <p:spPr>
          <a:xfrm rot="5400000" flipH="1" flipV="1">
            <a:off x="2124000" y="2663999"/>
            <a:ext cx="102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연결선: 구부러짐 724">
            <a:extLst>
              <a:ext uri="{FF2B5EF4-FFF2-40B4-BE49-F238E27FC236}">
                <a16:creationId xmlns:a16="http://schemas.microsoft.com/office/drawing/2014/main" id="{7544CEEE-65B4-D36D-0E2F-4515247FDA4F}"/>
              </a:ext>
            </a:extLst>
          </p:cNvPr>
          <p:cNvCxnSpPr>
            <a:cxnSpLocks/>
            <a:stCxn id="13" idx="2"/>
            <a:endCxn id="56" idx="6"/>
          </p:cNvCxnSpPr>
          <p:nvPr/>
        </p:nvCxnSpPr>
        <p:spPr>
          <a:xfrm rot="5400000" flipH="1" flipV="1">
            <a:off x="2124000" y="2483999"/>
            <a:ext cx="1026000" cy="846000"/>
          </a:xfrm>
          <a:prstGeom prst="curvedConnector2">
            <a:avLst/>
          </a:prstGeom>
          <a:ln w="158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93B18162-3B30-5756-54B6-906ED24BC7F1}"/>
              </a:ext>
            </a:extLst>
          </p:cNvPr>
          <p:cNvGrpSpPr/>
          <p:nvPr/>
        </p:nvGrpSpPr>
        <p:grpSpPr>
          <a:xfrm>
            <a:off x="2052000" y="1835999"/>
            <a:ext cx="792000" cy="756000"/>
            <a:chOff x="2394000" y="2538000"/>
            <a:chExt cx="792000" cy="756000"/>
          </a:xfrm>
        </p:grpSpPr>
        <p:sp>
          <p:nvSpPr>
            <p:cNvPr id="546" name="직사각형 545">
              <a:extLst>
                <a:ext uri="{FF2B5EF4-FFF2-40B4-BE49-F238E27FC236}">
                  <a16:creationId xmlns:a16="http://schemas.microsoft.com/office/drawing/2014/main" id="{C0D6050F-C8A1-1714-2263-D52A60B644DA}"/>
                </a:ext>
              </a:extLst>
            </p:cNvPr>
            <p:cNvSpPr/>
            <p:nvPr/>
          </p:nvSpPr>
          <p:spPr>
            <a:xfrm rot="5400000">
              <a:off x="2412000" y="2520000"/>
              <a:ext cx="756000" cy="792000"/>
            </a:xfrm>
            <a:prstGeom prst="rect">
              <a:avLst/>
            </a:prstGeom>
            <a:solidFill>
              <a:schemeClr val="accent2">
                <a:lumMod val="75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1801" dirty="0"/>
                <a:t>Boost</a:t>
              </a:r>
              <a:endParaRPr lang="ko-KR" altLang="en-US" sz="1801" dirty="0"/>
            </a:p>
          </p:txBody>
        </p:sp>
        <p:sp>
          <p:nvSpPr>
            <p:cNvPr id="547" name="타원 546">
              <a:extLst>
                <a:ext uri="{FF2B5EF4-FFF2-40B4-BE49-F238E27FC236}">
                  <a16:creationId xmlns:a16="http://schemas.microsoft.com/office/drawing/2014/main" id="{5D23AC57-FBB2-A4E6-E1BD-83F15D6C6FF7}"/>
                </a:ext>
              </a:extLst>
            </p:cNvPr>
            <p:cNvSpPr/>
            <p:nvPr/>
          </p:nvSpPr>
          <p:spPr>
            <a:xfrm rot="5400000">
              <a:off x="3042000" y="268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48" name="타원 547">
              <a:extLst>
                <a:ext uri="{FF2B5EF4-FFF2-40B4-BE49-F238E27FC236}">
                  <a16:creationId xmlns:a16="http://schemas.microsoft.com/office/drawing/2014/main" id="{EF0CA013-BCF4-395D-F008-DB466CEC2D40}"/>
                </a:ext>
              </a:extLst>
            </p:cNvPr>
            <p:cNvSpPr/>
            <p:nvPr/>
          </p:nvSpPr>
          <p:spPr>
            <a:xfrm rot="5400000">
              <a:off x="3042000" y="286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49" name="타원 548">
              <a:extLst>
                <a:ext uri="{FF2B5EF4-FFF2-40B4-BE49-F238E27FC236}">
                  <a16:creationId xmlns:a16="http://schemas.microsoft.com/office/drawing/2014/main" id="{12ADCCCC-3856-A580-18D7-5CD4A6E44B3D}"/>
                </a:ext>
              </a:extLst>
            </p:cNvPr>
            <p:cNvSpPr/>
            <p:nvPr/>
          </p:nvSpPr>
          <p:spPr>
            <a:xfrm rot="5400000">
              <a:off x="3042000" y="304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3284CC6D-CCD0-DF4B-72ED-DEA77E3F4D6A}"/>
              </a:ext>
            </a:extLst>
          </p:cNvPr>
          <p:cNvGrpSpPr/>
          <p:nvPr/>
        </p:nvGrpSpPr>
        <p:grpSpPr>
          <a:xfrm rot="5400000">
            <a:off x="4176000" y="3023999"/>
            <a:ext cx="792000" cy="1080000"/>
            <a:chOff x="3528000" y="3240000"/>
            <a:chExt cx="792000" cy="1080000"/>
          </a:xfrm>
        </p:grpSpPr>
        <p:sp>
          <p:nvSpPr>
            <p:cNvPr id="579" name="직사각형 578">
              <a:extLst>
                <a:ext uri="{FF2B5EF4-FFF2-40B4-BE49-F238E27FC236}">
                  <a16:creationId xmlns:a16="http://schemas.microsoft.com/office/drawing/2014/main" id="{F09714DA-071A-20C4-89FB-34CA79E604E2}"/>
                </a:ext>
              </a:extLst>
            </p:cNvPr>
            <p:cNvSpPr/>
            <p:nvPr/>
          </p:nvSpPr>
          <p:spPr>
            <a:xfrm rot="10800000">
              <a:off x="3528000" y="3240000"/>
              <a:ext cx="792000" cy="108000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0" name="타원 579">
              <a:extLst>
                <a:ext uri="{FF2B5EF4-FFF2-40B4-BE49-F238E27FC236}">
                  <a16:creationId xmlns:a16="http://schemas.microsoft.com/office/drawing/2014/main" id="{3A0B08CE-E5CB-0FF9-5BDF-27F9F8C057F1}"/>
                </a:ext>
              </a:extLst>
            </p:cNvPr>
            <p:cNvSpPr/>
            <p:nvPr/>
          </p:nvSpPr>
          <p:spPr>
            <a:xfrm rot="10800000">
              <a:off x="396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1" name="타원 580">
              <a:extLst>
                <a:ext uri="{FF2B5EF4-FFF2-40B4-BE49-F238E27FC236}">
                  <a16:creationId xmlns:a16="http://schemas.microsoft.com/office/drawing/2014/main" id="{9BF631AD-E802-88D7-CAEE-89033B0A3A62}"/>
                </a:ext>
              </a:extLst>
            </p:cNvPr>
            <p:cNvSpPr/>
            <p:nvPr/>
          </p:nvSpPr>
          <p:spPr>
            <a:xfrm rot="10800000">
              <a:off x="414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2" name="타원 581">
              <a:extLst>
                <a:ext uri="{FF2B5EF4-FFF2-40B4-BE49-F238E27FC236}">
                  <a16:creationId xmlns:a16="http://schemas.microsoft.com/office/drawing/2014/main" id="{44A1CFCB-D8EE-2EED-B73A-21D9D7F32422}"/>
                </a:ext>
              </a:extLst>
            </p:cNvPr>
            <p:cNvSpPr/>
            <p:nvPr/>
          </p:nvSpPr>
          <p:spPr>
            <a:xfrm rot="10800000">
              <a:off x="378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583" name="타원 582">
              <a:extLst>
                <a:ext uri="{FF2B5EF4-FFF2-40B4-BE49-F238E27FC236}">
                  <a16:creationId xmlns:a16="http://schemas.microsoft.com/office/drawing/2014/main" id="{24B28D33-5A50-5805-E9F1-D87ED6EE6525}"/>
                </a:ext>
              </a:extLst>
            </p:cNvPr>
            <p:cNvSpPr/>
            <p:nvPr/>
          </p:nvSpPr>
          <p:spPr>
            <a:xfrm rot="10800000">
              <a:off x="3600000" y="410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</p:grpSp>
      <p:cxnSp>
        <p:nvCxnSpPr>
          <p:cNvPr id="622" name="연결선: 구부러짐 621">
            <a:extLst>
              <a:ext uri="{FF2B5EF4-FFF2-40B4-BE49-F238E27FC236}">
                <a16:creationId xmlns:a16="http://schemas.microsoft.com/office/drawing/2014/main" id="{628C10BB-6559-2B78-B904-B3C5348E9BAD}"/>
              </a:ext>
            </a:extLst>
          </p:cNvPr>
          <p:cNvCxnSpPr>
            <a:cxnSpLocks/>
            <a:stCxn id="307" idx="4"/>
            <a:endCxn id="586" idx="0"/>
          </p:cNvCxnSpPr>
          <p:nvPr/>
        </p:nvCxnSpPr>
        <p:spPr>
          <a:xfrm rot="5400000">
            <a:off x="2538001" y="3743999"/>
            <a:ext cx="431999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연결선: 구부러짐 625">
            <a:extLst>
              <a:ext uri="{FF2B5EF4-FFF2-40B4-BE49-F238E27FC236}">
                <a16:creationId xmlns:a16="http://schemas.microsoft.com/office/drawing/2014/main" id="{01DCB98A-48AB-8DB4-41D2-9AD8387D1986}"/>
              </a:ext>
            </a:extLst>
          </p:cNvPr>
          <p:cNvCxnSpPr>
            <a:cxnSpLocks/>
            <a:stCxn id="679" idx="7"/>
            <a:endCxn id="314" idx="7"/>
          </p:cNvCxnSpPr>
          <p:nvPr/>
        </p:nvCxnSpPr>
        <p:spPr>
          <a:xfrm rot="5400000" flipH="1" flipV="1">
            <a:off x="3744000" y="1404000"/>
            <a:ext cx="1" cy="463632"/>
          </a:xfrm>
          <a:prstGeom prst="curvedConnector3">
            <a:avLst>
              <a:gd name="adj1" fmla="val 2147483646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연결선: 구부러짐 636">
            <a:extLst>
              <a:ext uri="{FF2B5EF4-FFF2-40B4-BE49-F238E27FC236}">
                <a16:creationId xmlns:a16="http://schemas.microsoft.com/office/drawing/2014/main" id="{18BCCD54-2F88-4CFA-0D55-01A67A47F1CA}"/>
              </a:ext>
            </a:extLst>
          </p:cNvPr>
          <p:cNvCxnSpPr>
            <a:cxnSpLocks/>
            <a:stCxn id="582" idx="4"/>
            <a:endCxn id="57" idx="2"/>
          </p:cNvCxnSpPr>
          <p:nvPr/>
        </p:nvCxnSpPr>
        <p:spPr>
          <a:xfrm flipV="1">
            <a:off x="4248000" y="2573999"/>
            <a:ext cx="12700" cy="900000"/>
          </a:xfrm>
          <a:prstGeom prst="curvedConnector3">
            <a:avLst>
              <a:gd name="adj1" fmla="val 1800000"/>
            </a:avLst>
          </a:prstGeom>
          <a:ln w="158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연결선: 구부러짐 640">
            <a:extLst>
              <a:ext uri="{FF2B5EF4-FFF2-40B4-BE49-F238E27FC236}">
                <a16:creationId xmlns:a16="http://schemas.microsoft.com/office/drawing/2014/main" id="{3EECDEEE-03BE-1AC0-DBB2-FBDEA89A57AC}"/>
              </a:ext>
            </a:extLst>
          </p:cNvPr>
          <p:cNvCxnSpPr>
            <a:cxnSpLocks/>
            <a:stCxn id="581" idx="4"/>
            <a:endCxn id="26" idx="2"/>
          </p:cNvCxnSpPr>
          <p:nvPr/>
        </p:nvCxnSpPr>
        <p:spPr>
          <a:xfrm flipV="1">
            <a:off x="4248000" y="2033999"/>
            <a:ext cx="12700" cy="1800000"/>
          </a:xfrm>
          <a:prstGeom prst="curvedConnector3">
            <a:avLst>
              <a:gd name="adj1" fmla="val 1800000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연결선: 구부러짐 650">
            <a:extLst>
              <a:ext uri="{FF2B5EF4-FFF2-40B4-BE49-F238E27FC236}">
                <a16:creationId xmlns:a16="http://schemas.microsoft.com/office/drawing/2014/main" id="{AE4FD075-FEDF-277B-517F-F7F9F4E1404E}"/>
              </a:ext>
            </a:extLst>
          </p:cNvPr>
          <p:cNvCxnSpPr>
            <a:cxnSpLocks/>
            <a:stCxn id="248" idx="2"/>
            <a:endCxn id="218" idx="6"/>
          </p:cNvCxnSpPr>
          <p:nvPr/>
        </p:nvCxnSpPr>
        <p:spPr>
          <a:xfrm rot="10800000">
            <a:off x="2934000" y="2267999"/>
            <a:ext cx="666000" cy="174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연결선: 구부러짐 653">
            <a:extLst>
              <a:ext uri="{FF2B5EF4-FFF2-40B4-BE49-F238E27FC236}">
                <a16:creationId xmlns:a16="http://schemas.microsoft.com/office/drawing/2014/main" id="{149ECCDF-1661-A0AB-63F2-781AE2170F32}"/>
              </a:ext>
            </a:extLst>
          </p:cNvPr>
          <p:cNvCxnSpPr>
            <a:cxnSpLocks/>
            <a:stCxn id="23" idx="4"/>
            <a:endCxn id="556" idx="4"/>
          </p:cNvCxnSpPr>
          <p:nvPr/>
        </p:nvCxnSpPr>
        <p:spPr>
          <a:xfrm rot="10800000">
            <a:off x="1854000" y="2087999"/>
            <a:ext cx="306000" cy="174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연결선: 구부러짐 659">
            <a:extLst>
              <a:ext uri="{FF2B5EF4-FFF2-40B4-BE49-F238E27FC236}">
                <a16:creationId xmlns:a16="http://schemas.microsoft.com/office/drawing/2014/main" id="{C365DEE3-985D-9D76-F21C-A966A92050C0}"/>
              </a:ext>
            </a:extLst>
          </p:cNvPr>
          <p:cNvCxnSpPr>
            <a:cxnSpLocks/>
            <a:stCxn id="555" idx="4"/>
            <a:endCxn id="37" idx="4"/>
          </p:cNvCxnSpPr>
          <p:nvPr/>
        </p:nvCxnSpPr>
        <p:spPr>
          <a:xfrm rot="10800000" flipH="1" flipV="1">
            <a:off x="1800000" y="1853999"/>
            <a:ext cx="180000" cy="1980000"/>
          </a:xfrm>
          <a:prstGeom prst="curvedConnector3">
            <a:avLst>
              <a:gd name="adj1" fmla="val -127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연결선: 구부러짐 628">
            <a:extLst>
              <a:ext uri="{FF2B5EF4-FFF2-40B4-BE49-F238E27FC236}">
                <a16:creationId xmlns:a16="http://schemas.microsoft.com/office/drawing/2014/main" id="{D88A4B6F-E465-F94C-8F1E-38408DF83A50}"/>
              </a:ext>
            </a:extLst>
          </p:cNvPr>
          <p:cNvCxnSpPr>
            <a:cxnSpLocks/>
            <a:stCxn id="681" idx="4"/>
            <a:endCxn id="547" idx="4"/>
          </p:cNvCxnSpPr>
          <p:nvPr/>
        </p:nvCxnSpPr>
        <p:spPr>
          <a:xfrm rot="16200000" flipH="1">
            <a:off x="2394001" y="1727999"/>
            <a:ext cx="305999" cy="306000"/>
          </a:xfrm>
          <a:prstGeom prst="curvedConnector2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연결선: 구부러짐 733">
            <a:extLst>
              <a:ext uri="{FF2B5EF4-FFF2-40B4-BE49-F238E27FC236}">
                <a16:creationId xmlns:a16="http://schemas.microsoft.com/office/drawing/2014/main" id="{FD9513B4-8F9B-0445-3866-DB7534B5D15D}"/>
              </a:ext>
            </a:extLst>
          </p:cNvPr>
          <p:cNvCxnSpPr>
            <a:cxnSpLocks/>
            <a:stCxn id="583" idx="4"/>
            <a:endCxn id="50" idx="2"/>
          </p:cNvCxnSpPr>
          <p:nvPr/>
        </p:nvCxnSpPr>
        <p:spPr>
          <a:xfrm flipV="1">
            <a:off x="4248000" y="2753999"/>
            <a:ext cx="12700" cy="540000"/>
          </a:xfrm>
          <a:prstGeom prst="curvedConnector3">
            <a:avLst>
              <a:gd name="adj1" fmla="val 1800000"/>
            </a:avLst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연결선: 구부러짐 778">
            <a:extLst>
              <a:ext uri="{FF2B5EF4-FFF2-40B4-BE49-F238E27FC236}">
                <a16:creationId xmlns:a16="http://schemas.microsoft.com/office/drawing/2014/main" id="{0C140A7D-7301-855C-4DAB-45DBEC904FBA}"/>
              </a:ext>
            </a:extLst>
          </p:cNvPr>
          <p:cNvCxnSpPr>
            <a:cxnSpLocks/>
            <a:stCxn id="27" idx="6"/>
            <a:endCxn id="587" idx="0"/>
          </p:cNvCxnSpPr>
          <p:nvPr/>
        </p:nvCxnSpPr>
        <p:spPr>
          <a:xfrm rot="10800000" flipV="1">
            <a:off x="3474000" y="1853999"/>
            <a:ext cx="666000" cy="2106000"/>
          </a:xfrm>
          <a:prstGeom prst="curved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연결선: 구부러짐 815">
            <a:extLst>
              <a:ext uri="{FF2B5EF4-FFF2-40B4-BE49-F238E27FC236}">
                <a16:creationId xmlns:a16="http://schemas.microsoft.com/office/drawing/2014/main" id="{20D9393A-DA8D-2061-8033-B62FCB0769F3}"/>
              </a:ext>
            </a:extLst>
          </p:cNvPr>
          <p:cNvCxnSpPr>
            <a:cxnSpLocks/>
            <a:stCxn id="27" idx="2"/>
            <a:endCxn id="580" idx="4"/>
          </p:cNvCxnSpPr>
          <p:nvPr/>
        </p:nvCxnSpPr>
        <p:spPr>
          <a:xfrm>
            <a:off x="4248000" y="1853999"/>
            <a:ext cx="12700" cy="1800000"/>
          </a:xfrm>
          <a:prstGeom prst="curvedConnector3">
            <a:avLst>
              <a:gd name="adj1" fmla="val 180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10ECAEF0-554A-529E-5F88-689600C47BD9}"/>
              </a:ext>
            </a:extLst>
          </p:cNvPr>
          <p:cNvGrpSpPr/>
          <p:nvPr/>
        </p:nvGrpSpPr>
        <p:grpSpPr>
          <a:xfrm>
            <a:off x="1908000" y="360000"/>
            <a:ext cx="2016000" cy="1368000"/>
            <a:chOff x="6840000" y="2160000"/>
            <a:chExt cx="2016000" cy="1368000"/>
          </a:xfrm>
        </p:grpSpPr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A7BD0EF0-72E6-DF44-6EB8-2B17096C2486}"/>
                </a:ext>
              </a:extLst>
            </p:cNvPr>
            <p:cNvSpPr/>
            <p:nvPr/>
          </p:nvSpPr>
          <p:spPr>
            <a:xfrm>
              <a:off x="6840000" y="2160000"/>
              <a:ext cx="2016000" cy="1080000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cxnSp>
          <p:nvCxnSpPr>
            <p:cNvPr id="666" name="직선 연결선 665">
              <a:extLst>
                <a:ext uri="{FF2B5EF4-FFF2-40B4-BE49-F238E27FC236}">
                  <a16:creationId xmlns:a16="http://schemas.microsoft.com/office/drawing/2014/main" id="{6CF8F3A8-4620-3EC7-18D8-6797D43462F5}"/>
                </a:ext>
              </a:extLst>
            </p:cNvPr>
            <p:cNvCxnSpPr/>
            <p:nvPr/>
          </p:nvCxnSpPr>
          <p:spPr>
            <a:xfrm>
              <a:off x="8748000" y="3239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직선 연결선 666">
              <a:extLst>
                <a:ext uri="{FF2B5EF4-FFF2-40B4-BE49-F238E27FC236}">
                  <a16:creationId xmlns:a16="http://schemas.microsoft.com/office/drawing/2014/main" id="{E3E83A06-7D81-06C1-8EE9-A113B45EFE58}"/>
                </a:ext>
              </a:extLst>
            </p:cNvPr>
            <p:cNvCxnSpPr/>
            <p:nvPr/>
          </p:nvCxnSpPr>
          <p:spPr>
            <a:xfrm>
              <a:off x="8424000" y="3240000"/>
              <a:ext cx="0" cy="28800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593F01E9-96A0-73E7-F66B-A2CB916FE156}"/>
                </a:ext>
              </a:extLst>
            </p:cNvPr>
            <p:cNvSpPr/>
            <p:nvPr/>
          </p:nvSpPr>
          <p:spPr>
            <a:xfrm>
              <a:off x="694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A6170504-1B2B-61B4-DE25-5BF9F74BA91F}"/>
                </a:ext>
              </a:extLst>
            </p:cNvPr>
            <p:cNvSpPr/>
            <p:nvPr/>
          </p:nvSpPr>
          <p:spPr>
            <a:xfrm>
              <a:off x="7308000" y="3240000"/>
              <a:ext cx="36000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59399B0E-E188-D404-5C1C-F63D1AA08336}"/>
                </a:ext>
              </a:extLst>
            </p:cNvPr>
            <p:cNvSpPr/>
            <p:nvPr/>
          </p:nvSpPr>
          <p:spPr>
            <a:xfrm>
              <a:off x="7668000" y="3240000"/>
              <a:ext cx="36000" cy="2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679" name="타원 678">
              <a:extLst>
                <a:ext uri="{FF2B5EF4-FFF2-40B4-BE49-F238E27FC236}">
                  <a16:creationId xmlns:a16="http://schemas.microsoft.com/office/drawing/2014/main" id="{23D05417-E73A-C6AD-DC61-BE5A435944AA}"/>
                </a:ext>
              </a:extLst>
            </p:cNvPr>
            <p:cNvSpPr/>
            <p:nvPr/>
          </p:nvSpPr>
          <p:spPr>
            <a:xfrm>
              <a:off x="835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fr-FR" altLang="ko-KR" sz="601" b="1" dirty="0">
                  <a:solidFill>
                    <a:schemeClr val="tx1"/>
                  </a:solidFill>
                  <a:latin typeface="Cambria" panose="02040503050406030204" pitchFamily="18" charset="0"/>
                </a:rPr>
                <a:t>I</a:t>
              </a:r>
              <a:endParaRPr lang="ko-KR" altLang="en-US" sz="601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0" name="타원 679">
              <a:extLst>
                <a:ext uri="{FF2B5EF4-FFF2-40B4-BE49-F238E27FC236}">
                  <a16:creationId xmlns:a16="http://schemas.microsoft.com/office/drawing/2014/main" id="{D806A602-7CF2-7702-77BA-B80E6DFF9C01}"/>
                </a:ext>
              </a:extLst>
            </p:cNvPr>
            <p:cNvSpPr/>
            <p:nvPr/>
          </p:nvSpPr>
          <p:spPr>
            <a:xfrm>
              <a:off x="87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1" name="타원 680">
              <a:extLst>
                <a:ext uri="{FF2B5EF4-FFF2-40B4-BE49-F238E27FC236}">
                  <a16:creationId xmlns:a16="http://schemas.microsoft.com/office/drawing/2014/main" id="{5A531C68-6F85-1D39-0E1A-1575B0C73022}"/>
                </a:ext>
              </a:extLst>
            </p:cNvPr>
            <p:cNvSpPr/>
            <p:nvPr/>
          </p:nvSpPr>
          <p:spPr>
            <a:xfrm>
              <a:off x="727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683" name="타원 682">
              <a:extLst>
                <a:ext uri="{FF2B5EF4-FFF2-40B4-BE49-F238E27FC236}">
                  <a16:creationId xmlns:a16="http://schemas.microsoft.com/office/drawing/2014/main" id="{D16A6CE2-3138-B5B7-C0FE-5D51F81723CE}"/>
                </a:ext>
              </a:extLst>
            </p:cNvPr>
            <p:cNvSpPr/>
            <p:nvPr/>
          </p:nvSpPr>
          <p:spPr>
            <a:xfrm>
              <a:off x="6912000" y="342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cxnSp>
        <p:nvCxnSpPr>
          <p:cNvPr id="196" name="연결선: 구부러짐 195">
            <a:extLst>
              <a:ext uri="{FF2B5EF4-FFF2-40B4-BE49-F238E27FC236}">
                <a16:creationId xmlns:a16="http://schemas.microsoft.com/office/drawing/2014/main" id="{FBE62349-AE68-577C-1C1B-558905266BB5}"/>
              </a:ext>
            </a:extLst>
          </p:cNvPr>
          <p:cNvCxnSpPr>
            <a:cxnSpLocks/>
            <a:stCxn id="211" idx="0"/>
            <a:endCxn id="309" idx="2"/>
          </p:cNvCxnSpPr>
          <p:nvPr/>
        </p:nvCxnSpPr>
        <p:spPr>
          <a:xfrm>
            <a:off x="2808000" y="1853999"/>
            <a:ext cx="612000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연결선: 구부러짐 209">
            <a:extLst>
              <a:ext uri="{FF2B5EF4-FFF2-40B4-BE49-F238E27FC236}">
                <a16:creationId xmlns:a16="http://schemas.microsoft.com/office/drawing/2014/main" id="{CCA21C83-4E95-B204-31BB-D2E26A9B6D52}"/>
              </a:ext>
            </a:extLst>
          </p:cNvPr>
          <p:cNvCxnSpPr>
            <a:cxnSpLocks/>
            <a:stCxn id="220" idx="6"/>
            <a:endCxn id="308" idx="0"/>
          </p:cNvCxnSpPr>
          <p:nvPr/>
        </p:nvCxnSpPr>
        <p:spPr>
          <a:xfrm rot="5400000">
            <a:off x="2538000" y="2843999"/>
            <a:ext cx="432001" cy="12700"/>
          </a:xfrm>
          <a:prstGeom prst="curvedConnector3">
            <a:avLst>
              <a:gd name="adj1" fmla="val 50000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타원 306">
            <a:extLst>
              <a:ext uri="{FF2B5EF4-FFF2-40B4-BE49-F238E27FC236}">
                <a16:creationId xmlns:a16="http://schemas.microsoft.com/office/drawing/2014/main" id="{01989FC0-68F9-BAFA-6704-D49DEC5BEB08}"/>
              </a:ext>
            </a:extLst>
          </p:cNvPr>
          <p:cNvSpPr/>
          <p:nvPr/>
        </p:nvSpPr>
        <p:spPr>
          <a:xfrm>
            <a:off x="2700000" y="342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2FAF2655-38F5-00E3-B789-A3851C530992}"/>
              </a:ext>
            </a:extLst>
          </p:cNvPr>
          <p:cNvSpPr/>
          <p:nvPr/>
        </p:nvSpPr>
        <p:spPr>
          <a:xfrm>
            <a:off x="2700000" y="3060000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A3653A44-D3D2-7ACB-90BE-A0CEB7A78242}"/>
              </a:ext>
            </a:extLst>
          </p:cNvPr>
          <p:cNvSpPr/>
          <p:nvPr/>
        </p:nvSpPr>
        <p:spPr>
          <a:xfrm>
            <a:off x="3420000" y="179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FR" altLang="ko-KR" sz="601" b="1" dirty="0">
                <a:solidFill>
                  <a:schemeClr val="tx1"/>
                </a:solidFill>
                <a:latin typeface="Cambria" panose="02040503050406030204" pitchFamily="18" charset="0"/>
              </a:rPr>
              <a:t>J</a:t>
            </a:r>
            <a:endParaRPr lang="ko-KR" altLang="en-US" sz="601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329" name="그룹 328">
            <a:extLst>
              <a:ext uri="{FF2B5EF4-FFF2-40B4-BE49-F238E27FC236}">
                <a16:creationId xmlns:a16="http://schemas.microsoft.com/office/drawing/2014/main" id="{1FCF5392-87B9-D1CA-87E0-FF39426A6D63}"/>
              </a:ext>
            </a:extLst>
          </p:cNvPr>
          <p:cNvGrpSpPr/>
          <p:nvPr/>
        </p:nvGrpSpPr>
        <p:grpSpPr>
          <a:xfrm>
            <a:off x="2700000" y="2880000"/>
            <a:ext cx="1656000" cy="504000"/>
            <a:chOff x="3060000" y="3420000"/>
            <a:chExt cx="1656000" cy="504000"/>
          </a:xfrm>
        </p:grpSpPr>
        <p:sp>
          <p:nvSpPr>
            <p:cNvPr id="812" name="타원 811">
              <a:extLst>
                <a:ext uri="{FF2B5EF4-FFF2-40B4-BE49-F238E27FC236}">
                  <a16:creationId xmlns:a16="http://schemas.microsoft.com/office/drawing/2014/main" id="{BDA7390E-70C0-9103-2229-5E9357F559ED}"/>
                </a:ext>
              </a:extLst>
            </p:cNvPr>
            <p:cNvSpPr/>
            <p:nvPr/>
          </p:nvSpPr>
          <p:spPr>
            <a:xfrm>
              <a:off x="3060000" y="3780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</a:t>
              </a:r>
              <a:endParaRPr lang="ko-KR" altLang="en-US" sz="600" b="1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599" name="사각형: 둥근 모서리 598">
              <a:extLst>
                <a:ext uri="{FF2B5EF4-FFF2-40B4-BE49-F238E27FC236}">
                  <a16:creationId xmlns:a16="http://schemas.microsoft.com/office/drawing/2014/main" id="{D681C6AD-04B3-12B2-4F03-F15793CAD855}"/>
                </a:ext>
              </a:extLst>
            </p:cNvPr>
            <p:cNvSpPr/>
            <p:nvPr/>
          </p:nvSpPr>
          <p:spPr>
            <a:xfrm>
              <a:off x="3564000" y="3744000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0" name="타원 599">
              <a:extLst>
                <a:ext uri="{FF2B5EF4-FFF2-40B4-BE49-F238E27FC236}">
                  <a16:creationId xmlns:a16="http://schemas.microsoft.com/office/drawing/2014/main" id="{4D0CF15E-0F54-D93D-B515-4FB131338AAD}"/>
                </a:ext>
              </a:extLst>
            </p:cNvPr>
            <p:cNvSpPr/>
            <p:nvPr/>
          </p:nvSpPr>
          <p:spPr>
            <a:xfrm>
              <a:off x="4608000" y="342000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D38D84D6-B522-4138-AB49-6B86509DEAFF}"/>
                </a:ext>
              </a:extLst>
            </p:cNvPr>
            <p:cNvCxnSpPr>
              <a:cxnSpLocks/>
              <a:endCxn id="599" idx="1"/>
            </p:cNvCxnSpPr>
            <p:nvPr/>
          </p:nvCxnSpPr>
          <p:spPr>
            <a:xfrm>
              <a:off x="3168000" y="3834000"/>
              <a:ext cx="396000" cy="0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연결선: 구부러짐 324">
              <a:extLst>
                <a:ext uri="{FF2B5EF4-FFF2-40B4-BE49-F238E27FC236}">
                  <a16:creationId xmlns:a16="http://schemas.microsoft.com/office/drawing/2014/main" id="{B2664898-E53E-87A3-6DFA-6969215F0AFA}"/>
                </a:ext>
              </a:extLst>
            </p:cNvPr>
            <p:cNvCxnSpPr>
              <a:cxnSpLocks/>
              <a:stCxn id="600" idx="4"/>
              <a:endCxn id="599" idx="3"/>
            </p:cNvCxnSpPr>
            <p:nvPr/>
          </p:nvCxnSpPr>
          <p:spPr>
            <a:xfrm rot="5400000">
              <a:off x="4230000" y="3402000"/>
              <a:ext cx="306000" cy="558000"/>
            </a:xfrm>
            <a:prstGeom prst="curvedConnector2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29B981C-EE00-4E7F-2700-B77C3E7F5E58}"/>
              </a:ext>
            </a:extLst>
          </p:cNvPr>
          <p:cNvGrpSpPr/>
          <p:nvPr/>
        </p:nvGrpSpPr>
        <p:grpSpPr>
          <a:xfrm rot="5400000">
            <a:off x="2844000" y="3563999"/>
            <a:ext cx="540000" cy="828000"/>
            <a:chOff x="4080550" y="5077751"/>
            <a:chExt cx="540000" cy="828000"/>
          </a:xfrm>
        </p:grpSpPr>
        <p:sp>
          <p:nvSpPr>
            <p:cNvPr id="585" name="직사각형 584">
              <a:extLst>
                <a:ext uri="{FF2B5EF4-FFF2-40B4-BE49-F238E27FC236}">
                  <a16:creationId xmlns:a16="http://schemas.microsoft.com/office/drawing/2014/main" id="{C061DB26-24A4-A1AC-11DE-C1F5AD932453}"/>
                </a:ext>
              </a:extLst>
            </p:cNvPr>
            <p:cNvSpPr/>
            <p:nvPr/>
          </p:nvSpPr>
          <p:spPr>
            <a:xfrm rot="16200000">
              <a:off x="3972550" y="5221751"/>
              <a:ext cx="756000" cy="540000"/>
            </a:xfrm>
            <a:prstGeom prst="rect">
              <a:avLst/>
            </a:prstGeom>
            <a:solidFill>
              <a:srgbClr val="FFFF00">
                <a:alpha val="37000"/>
              </a:srgb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6" name="타원 585">
              <a:extLst>
                <a:ext uri="{FF2B5EF4-FFF2-40B4-BE49-F238E27FC236}">
                  <a16:creationId xmlns:a16="http://schemas.microsoft.com/office/drawing/2014/main" id="{4A16397E-706B-3232-6CF9-3D47AE4AA1A9}"/>
                </a:ext>
              </a:extLst>
            </p:cNvPr>
            <p:cNvSpPr/>
            <p:nvPr/>
          </p:nvSpPr>
          <p:spPr>
            <a:xfrm rot="16200000">
              <a:off x="4332550" y="579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587" name="타원 586">
              <a:extLst>
                <a:ext uri="{FF2B5EF4-FFF2-40B4-BE49-F238E27FC236}">
                  <a16:creationId xmlns:a16="http://schemas.microsoft.com/office/drawing/2014/main" id="{2D8F8BFA-CC68-5569-196D-685913A04C36}"/>
                </a:ext>
              </a:extLst>
            </p:cNvPr>
            <p:cNvSpPr/>
            <p:nvPr/>
          </p:nvSpPr>
          <p:spPr>
            <a:xfrm rot="16200000">
              <a:off x="4332550" y="507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362" name="타원 361">
              <a:extLst>
                <a:ext uri="{FF2B5EF4-FFF2-40B4-BE49-F238E27FC236}">
                  <a16:creationId xmlns:a16="http://schemas.microsoft.com/office/drawing/2014/main" id="{DBA63D27-CDFD-0CEC-B576-8EE0F075A9E7}"/>
                </a:ext>
              </a:extLst>
            </p:cNvPr>
            <p:cNvSpPr/>
            <p:nvPr/>
          </p:nvSpPr>
          <p:spPr>
            <a:xfrm rot="16200000">
              <a:off x="4332549" y="561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</a:t>
              </a:r>
              <a:endParaRPr lang="ko-KR" altLang="en-US" sz="1600" dirty="0"/>
            </a:p>
          </p:txBody>
        </p: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B7D43F52-9AE9-257C-F4CD-A588A27FCE30}"/>
                </a:ext>
              </a:extLst>
            </p:cNvPr>
            <p:cNvSpPr/>
            <p:nvPr/>
          </p:nvSpPr>
          <p:spPr>
            <a:xfrm rot="16200000">
              <a:off x="4332549" y="5257751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</a:t>
              </a:r>
              <a:endParaRPr lang="ko-KR" altLang="en-US" sz="1600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26F942E-8813-C264-E816-143EA4475BA1}"/>
              </a:ext>
            </a:extLst>
          </p:cNvPr>
          <p:cNvGrpSpPr/>
          <p:nvPr/>
        </p:nvGrpSpPr>
        <p:grpSpPr>
          <a:xfrm>
            <a:off x="648000" y="2915999"/>
            <a:ext cx="1656000" cy="1296000"/>
            <a:chOff x="800534" y="5142934"/>
            <a:chExt cx="1656000" cy="12960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779840D-5CFA-3F1F-F4BC-66C42330957B}"/>
                </a:ext>
              </a:extLst>
            </p:cNvPr>
            <p:cNvSpPr/>
            <p:nvPr/>
          </p:nvSpPr>
          <p:spPr>
            <a:xfrm rot="5400000">
              <a:off x="980534" y="4962934"/>
              <a:ext cx="1296000" cy="165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D498E23-5A55-9453-BDA7-7496861B0F45}"/>
                </a:ext>
              </a:extLst>
            </p:cNvPr>
            <p:cNvSpPr/>
            <p:nvPr/>
          </p:nvSpPr>
          <p:spPr>
            <a:xfrm rot="5400000">
              <a:off x="2312534" y="546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6029033-B8CA-6789-6EA9-CE25F7427465}"/>
                </a:ext>
              </a:extLst>
            </p:cNvPr>
            <p:cNvSpPr/>
            <p:nvPr/>
          </p:nvSpPr>
          <p:spPr>
            <a:xfrm rot="5400000">
              <a:off x="2312534" y="564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E92DFBE-85F0-3780-5F9E-E6DA62267A9B}"/>
                </a:ext>
              </a:extLst>
            </p:cNvPr>
            <p:cNvSpPr/>
            <p:nvPr/>
          </p:nvSpPr>
          <p:spPr>
            <a:xfrm rot="5400000">
              <a:off x="2312534" y="582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103769C-B76A-9FD4-BF54-3F775851291F}"/>
                </a:ext>
              </a:extLst>
            </p:cNvPr>
            <p:cNvSpPr/>
            <p:nvPr/>
          </p:nvSpPr>
          <p:spPr>
            <a:xfrm rot="5400000">
              <a:off x="2312534" y="6006934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A72EB5A-1852-F598-7A5B-52CC9440180A}"/>
                </a:ext>
              </a:extLst>
            </p:cNvPr>
            <p:cNvSpPr/>
            <p:nvPr/>
          </p:nvSpPr>
          <p:spPr>
            <a:xfrm rot="5400000">
              <a:off x="2132534" y="5466934"/>
              <a:ext cx="108000" cy="108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B007888-ECAB-F11A-F84B-AD2975DAD2B2}"/>
                </a:ext>
              </a:extLst>
            </p:cNvPr>
            <p:cNvSpPr/>
            <p:nvPr/>
          </p:nvSpPr>
          <p:spPr>
            <a:xfrm rot="5400000">
              <a:off x="2132534" y="564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27DAF4B-67EE-2979-4D04-50ADA1068FCB}"/>
                </a:ext>
              </a:extLst>
            </p:cNvPr>
            <p:cNvSpPr/>
            <p:nvPr/>
          </p:nvSpPr>
          <p:spPr>
            <a:xfrm rot="5400000">
              <a:off x="2132534" y="5826934"/>
              <a:ext cx="108000" cy="108000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rgbClr val="CC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3E2824F-6B8D-9728-C0C1-333E5751E7DD}"/>
                </a:ext>
              </a:extLst>
            </p:cNvPr>
            <p:cNvSpPr/>
            <p:nvPr/>
          </p:nvSpPr>
          <p:spPr>
            <a:xfrm rot="5400000">
              <a:off x="2132534" y="6006934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38980AD-1489-2A85-A255-BF3202BE502C}"/>
                </a:ext>
              </a:extLst>
            </p:cNvPr>
            <p:cNvSpPr/>
            <p:nvPr/>
          </p:nvSpPr>
          <p:spPr>
            <a:xfrm rot="5400000">
              <a:off x="836534" y="6222934"/>
              <a:ext cx="180000" cy="180000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1" dirty="0"/>
            </a:p>
          </p:txBody>
        </p:sp>
      </p:grpSp>
      <p:sp>
        <p:nvSpPr>
          <p:cNvPr id="211" name="타원 210">
            <a:extLst>
              <a:ext uri="{FF2B5EF4-FFF2-40B4-BE49-F238E27FC236}">
                <a16:creationId xmlns:a16="http://schemas.microsoft.com/office/drawing/2014/main" id="{1F60A12E-68F6-2813-EA85-44155CFCEE21}"/>
              </a:ext>
            </a:extLst>
          </p:cNvPr>
          <p:cNvSpPr/>
          <p:nvPr/>
        </p:nvSpPr>
        <p:spPr>
          <a:xfrm rot="5400000">
            <a:off x="2700000" y="179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endParaRPr lang="ko-KR" altLang="en-US" sz="8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DBF56AC3-616B-77C4-AAB2-EEE2F51333DE}"/>
              </a:ext>
            </a:extLst>
          </p:cNvPr>
          <p:cNvSpPr/>
          <p:nvPr/>
        </p:nvSpPr>
        <p:spPr>
          <a:xfrm rot="5400000">
            <a:off x="2880000" y="215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ko-KR" altLang="en-US" sz="6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BB27D2C6-9DAD-32C5-75FB-E941092B7590}"/>
              </a:ext>
            </a:extLst>
          </p:cNvPr>
          <p:cNvSpPr/>
          <p:nvPr/>
        </p:nvSpPr>
        <p:spPr>
          <a:xfrm rot="5400000">
            <a:off x="2700000" y="251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endParaRPr lang="ko-KR" altLang="en-US" sz="1600" dirty="0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964380C3-7F65-934A-5D99-3377D2062020}"/>
              </a:ext>
            </a:extLst>
          </p:cNvPr>
          <p:cNvSpPr/>
          <p:nvPr/>
        </p:nvSpPr>
        <p:spPr>
          <a:xfrm>
            <a:off x="3600000" y="3959999"/>
            <a:ext cx="108000" cy="1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FD360-BC19-303E-F3E9-4066FD699355}"/>
              </a:ext>
            </a:extLst>
          </p:cNvPr>
          <p:cNvSpPr txBox="1"/>
          <p:nvPr/>
        </p:nvSpPr>
        <p:spPr>
          <a:xfrm>
            <a:off x="927483" y="4472767"/>
            <a:ext cx="1991400" cy="2092881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it-IT" altLang="ko-KR" sz="1000">
                <a:latin typeface="Consolas" panose="020B0609020204030204" pitchFamily="49" charset="0"/>
              </a:rPr>
              <a:t>#define LORA_POWER   4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LORA_MOSI    5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LORA_SS      6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LORA_MISO    7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LORA_SCK     9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LORA_RST     10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I2C_SCL      2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I2C_SDA      1</a:t>
            </a:r>
          </a:p>
          <a:p>
            <a:endParaRPr lang="it-IT" altLang="ko-KR" sz="1000" dirty="0">
              <a:latin typeface="Consolas" panose="020B0609020204030204" pitchFamily="49" charset="0"/>
            </a:endParaRP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PIN_ADC      0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PIN_LED      8</a:t>
            </a:r>
          </a:p>
          <a:p>
            <a:r>
              <a:rPr lang="it-IT" altLang="ko-KR" sz="1000" dirty="0">
                <a:latin typeface="Consolas" panose="020B0609020204030204" pitchFamily="49" charset="0"/>
              </a:rPr>
              <a:t>#define PIN_UNUSED   3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BDFC276-4F58-83F6-FBB1-8C5939EAD190}"/>
              </a:ext>
            </a:extLst>
          </p:cNvPr>
          <p:cNvGrpSpPr/>
          <p:nvPr/>
        </p:nvGrpSpPr>
        <p:grpSpPr>
          <a:xfrm>
            <a:off x="3240000" y="2158412"/>
            <a:ext cx="1008000" cy="864000"/>
            <a:chOff x="3625763" y="4298362"/>
            <a:chExt cx="1008000" cy="864000"/>
          </a:xfrm>
        </p:grpSpPr>
        <p:sp>
          <p:nvSpPr>
            <p:cNvPr id="609" name="사각형: 둥근 모서리 608">
              <a:extLst>
                <a:ext uri="{FF2B5EF4-FFF2-40B4-BE49-F238E27FC236}">
                  <a16:creationId xmlns:a16="http://schemas.microsoft.com/office/drawing/2014/main" id="{BF660E92-FABD-7AA5-2E45-3A8D02C8E7F5}"/>
                </a:ext>
              </a:extLst>
            </p:cNvPr>
            <p:cNvSpPr/>
            <p:nvPr/>
          </p:nvSpPr>
          <p:spPr>
            <a:xfrm>
              <a:off x="3769761" y="4982362"/>
              <a:ext cx="540000" cy="180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  <a:alpha val="38000"/>
              </a:schemeClr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fr-FR" altLang="ko-KR" sz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10K</a:t>
              </a:r>
              <a:endParaRPr lang="ko-KR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0" name="타원 609">
              <a:extLst>
                <a:ext uri="{FF2B5EF4-FFF2-40B4-BE49-F238E27FC236}">
                  <a16:creationId xmlns:a16="http://schemas.microsoft.com/office/drawing/2014/main" id="{CB7E7939-E3C3-842B-AABA-C4AB222D199A}"/>
                </a:ext>
              </a:extLst>
            </p:cNvPr>
            <p:cNvSpPr/>
            <p:nvPr/>
          </p:nvSpPr>
          <p:spPr>
            <a:xfrm rot="16200000">
              <a:off x="4525763" y="501836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11" name="타원 610">
              <a:extLst>
                <a:ext uri="{FF2B5EF4-FFF2-40B4-BE49-F238E27FC236}">
                  <a16:creationId xmlns:a16="http://schemas.microsoft.com/office/drawing/2014/main" id="{8EC466C7-D871-26D9-490B-FA484FD594C6}"/>
                </a:ext>
              </a:extLst>
            </p:cNvPr>
            <p:cNvSpPr/>
            <p:nvPr/>
          </p:nvSpPr>
          <p:spPr>
            <a:xfrm rot="16200000">
              <a:off x="3625763" y="4298362"/>
              <a:ext cx="108000" cy="108000"/>
            </a:xfrm>
            <a:prstGeom prst="ellipse">
              <a:avLst/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6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</a:t>
              </a:r>
              <a:endParaRPr lang="ko-KR" altLang="en-US" sz="1600" dirty="0"/>
            </a:p>
          </p:txBody>
        </p:sp>
        <p:cxnSp>
          <p:nvCxnSpPr>
            <p:cNvPr id="613" name="직선 연결선 612">
              <a:extLst>
                <a:ext uri="{FF2B5EF4-FFF2-40B4-BE49-F238E27FC236}">
                  <a16:creationId xmlns:a16="http://schemas.microsoft.com/office/drawing/2014/main" id="{560FCA52-CAF9-597A-35B1-B128161BEA35}"/>
                </a:ext>
              </a:extLst>
            </p:cNvPr>
            <p:cNvCxnSpPr>
              <a:cxnSpLocks/>
              <a:stCxn id="610" idx="0"/>
              <a:endCxn id="609" idx="3"/>
            </p:cNvCxnSpPr>
            <p:nvPr/>
          </p:nvCxnSpPr>
          <p:spPr>
            <a:xfrm flipH="1">
              <a:off x="4309761" y="5072360"/>
              <a:ext cx="216002" cy="2"/>
            </a:xfrm>
            <a:prstGeom prst="line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연결선: 구부러짐 88">
              <a:extLst>
                <a:ext uri="{FF2B5EF4-FFF2-40B4-BE49-F238E27FC236}">
                  <a16:creationId xmlns:a16="http://schemas.microsoft.com/office/drawing/2014/main" id="{3643A95C-1258-A986-3BB0-C4E8783BA46E}"/>
                </a:ext>
              </a:extLst>
            </p:cNvPr>
            <p:cNvCxnSpPr>
              <a:stCxn id="611" idx="2"/>
              <a:endCxn id="609" idx="1"/>
            </p:cNvCxnSpPr>
            <p:nvPr/>
          </p:nvCxnSpPr>
          <p:spPr>
            <a:xfrm rot="16200000" flipH="1">
              <a:off x="3391762" y="4694363"/>
              <a:ext cx="666000" cy="89998"/>
            </a:xfrm>
            <a:prstGeom prst="curvedConnector2">
              <a:avLst/>
            </a:prstGeom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433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2230</TotalTime>
  <Words>423</Words>
  <Application>Microsoft Office PowerPoint</Application>
  <PresentationFormat>A4 용지(210x297mm)</PresentationFormat>
  <Paragraphs>59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Jay Han</dc:creator>
  <cp:lastModifiedBy>Jay Han</cp:lastModifiedBy>
  <cp:revision>39</cp:revision>
  <dcterms:created xsi:type="dcterms:W3CDTF">2023-10-12T18:46:51Z</dcterms:created>
  <dcterms:modified xsi:type="dcterms:W3CDTF">2023-10-25T11:06:13Z</dcterms:modified>
</cp:coreProperties>
</file>