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4542" autoAdjust="0"/>
    <p:restoredTop sz="94660"/>
  </p:normalViewPr>
  <p:slideViewPr>
    <p:cSldViewPr snapToGrid="0" showGuides="1">
      <p:cViewPr varScale="1">
        <p:scale>
          <a:sx n="113" d="100"/>
          <a:sy n="113" d="100"/>
        </p:scale>
        <p:origin x="3672" y="108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6473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426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7977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5105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26353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50159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68067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73569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53762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063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27613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071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5" name="그룹 544">
            <a:extLst>
              <a:ext uri="{FF2B5EF4-FFF2-40B4-BE49-F238E27FC236}">
                <a16:creationId xmlns:a16="http://schemas.microsoft.com/office/drawing/2014/main" id="{ACD57EF3-24C5-171A-1073-DF2BE8869650}"/>
              </a:ext>
            </a:extLst>
          </p:cNvPr>
          <p:cNvGrpSpPr/>
          <p:nvPr/>
        </p:nvGrpSpPr>
        <p:grpSpPr>
          <a:xfrm>
            <a:off x="720000" y="2161334"/>
            <a:ext cx="4320000" cy="2880000"/>
            <a:chOff x="3600000" y="3600000"/>
            <a:chExt cx="4320000" cy="2880000"/>
          </a:xfrm>
        </p:grpSpPr>
        <p:sp>
          <p:nvSpPr>
            <p:cNvPr id="412" name="직사각형 411">
              <a:extLst>
                <a:ext uri="{FF2B5EF4-FFF2-40B4-BE49-F238E27FC236}">
                  <a16:creationId xmlns:a16="http://schemas.microsoft.com/office/drawing/2014/main" id="{06DBAD76-570D-2111-DC03-10E075387060}"/>
                </a:ext>
              </a:extLst>
            </p:cNvPr>
            <p:cNvSpPr/>
            <p:nvPr/>
          </p:nvSpPr>
          <p:spPr>
            <a:xfrm>
              <a:off x="3600000" y="3600000"/>
              <a:ext cx="4320000" cy="2880000"/>
            </a:xfrm>
            <a:prstGeom prst="rect">
              <a:avLst/>
            </a:prstGeom>
            <a:solidFill>
              <a:schemeClr val="accent6">
                <a:lumMod val="75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D77700D6-5336-C099-B4A3-B8589B6ED2C2}"/>
                </a:ext>
              </a:extLst>
            </p:cNvPr>
            <p:cNvSpPr/>
            <p:nvPr/>
          </p:nvSpPr>
          <p:spPr>
            <a:xfrm>
              <a:off x="396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7AD6C68A-C139-4920-96F2-4388A6E1814B}"/>
                </a:ext>
              </a:extLst>
            </p:cNvPr>
            <p:cNvSpPr/>
            <p:nvPr/>
          </p:nvSpPr>
          <p:spPr>
            <a:xfrm>
              <a:off x="396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5A582A84-2E51-C17A-AF9E-0860B355CBD5}"/>
                </a:ext>
              </a:extLst>
            </p:cNvPr>
            <p:cNvSpPr/>
            <p:nvPr/>
          </p:nvSpPr>
          <p:spPr>
            <a:xfrm>
              <a:off x="396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D4F1F9F1-C364-E802-1A9F-1A11B4B5FA64}"/>
                </a:ext>
              </a:extLst>
            </p:cNvPr>
            <p:cNvSpPr/>
            <p:nvPr/>
          </p:nvSpPr>
          <p:spPr>
            <a:xfrm>
              <a:off x="396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09678EC-4A67-34DD-5E72-7C57247CF2D1}"/>
                </a:ext>
              </a:extLst>
            </p:cNvPr>
            <p:cNvSpPr/>
            <p:nvPr/>
          </p:nvSpPr>
          <p:spPr>
            <a:xfrm>
              <a:off x="396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7C502EDC-F451-A655-A64A-C5F8B1D1CDDB}"/>
                </a:ext>
              </a:extLst>
            </p:cNvPr>
            <p:cNvSpPr/>
            <p:nvPr/>
          </p:nvSpPr>
          <p:spPr>
            <a:xfrm>
              <a:off x="396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558AF75-BEE9-ED21-7696-DD6BE3A6C642}"/>
                </a:ext>
              </a:extLst>
            </p:cNvPr>
            <p:cNvSpPr/>
            <p:nvPr/>
          </p:nvSpPr>
          <p:spPr>
            <a:xfrm>
              <a:off x="396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5F36E8D5-40EE-3CCB-E07F-A13E4901B8A7}"/>
                </a:ext>
              </a:extLst>
            </p:cNvPr>
            <p:cNvSpPr/>
            <p:nvPr/>
          </p:nvSpPr>
          <p:spPr>
            <a:xfrm>
              <a:off x="396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83C96484-DAC8-883F-9A4F-6BC60740CE4F}"/>
                </a:ext>
              </a:extLst>
            </p:cNvPr>
            <p:cNvSpPr/>
            <p:nvPr/>
          </p:nvSpPr>
          <p:spPr>
            <a:xfrm>
              <a:off x="396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37BDC756-EF63-2BAE-BCBF-686ACC5A9BB9}"/>
                </a:ext>
              </a:extLst>
            </p:cNvPr>
            <p:cNvSpPr/>
            <p:nvPr/>
          </p:nvSpPr>
          <p:spPr>
            <a:xfrm>
              <a:off x="396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4DE85903-1056-F5BD-B898-EE4F40F6B1B6}"/>
                </a:ext>
              </a:extLst>
            </p:cNvPr>
            <p:cNvSpPr/>
            <p:nvPr/>
          </p:nvSpPr>
          <p:spPr>
            <a:xfrm>
              <a:off x="414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EDCFD03D-5AC5-34BD-00AF-11C305A3EE36}"/>
                </a:ext>
              </a:extLst>
            </p:cNvPr>
            <p:cNvSpPr/>
            <p:nvPr/>
          </p:nvSpPr>
          <p:spPr>
            <a:xfrm>
              <a:off x="414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E4BA2CD3-CDA4-6C0E-A021-50EC7D9376C7}"/>
                </a:ext>
              </a:extLst>
            </p:cNvPr>
            <p:cNvSpPr/>
            <p:nvPr/>
          </p:nvSpPr>
          <p:spPr>
            <a:xfrm>
              <a:off x="414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87348296-F4A6-C2AC-0CD1-D976B485C309}"/>
                </a:ext>
              </a:extLst>
            </p:cNvPr>
            <p:cNvSpPr/>
            <p:nvPr/>
          </p:nvSpPr>
          <p:spPr>
            <a:xfrm>
              <a:off x="414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DD229A31-3C70-1771-3B47-798218B67652}"/>
                </a:ext>
              </a:extLst>
            </p:cNvPr>
            <p:cNvSpPr/>
            <p:nvPr/>
          </p:nvSpPr>
          <p:spPr>
            <a:xfrm>
              <a:off x="414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A816E745-A529-E09B-F08B-66558DEF89A1}"/>
                </a:ext>
              </a:extLst>
            </p:cNvPr>
            <p:cNvSpPr/>
            <p:nvPr/>
          </p:nvSpPr>
          <p:spPr>
            <a:xfrm>
              <a:off x="414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BDC195FA-9731-5FBE-6A1B-79B0C4C7B885}"/>
                </a:ext>
              </a:extLst>
            </p:cNvPr>
            <p:cNvSpPr/>
            <p:nvPr/>
          </p:nvSpPr>
          <p:spPr>
            <a:xfrm>
              <a:off x="414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4506BE1C-C721-6AB0-E1B0-7419C30253AD}"/>
                </a:ext>
              </a:extLst>
            </p:cNvPr>
            <p:cNvSpPr/>
            <p:nvPr/>
          </p:nvSpPr>
          <p:spPr>
            <a:xfrm>
              <a:off x="414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250CB4EF-26DC-CBDF-9AE4-D538973222AD}"/>
                </a:ext>
              </a:extLst>
            </p:cNvPr>
            <p:cNvSpPr/>
            <p:nvPr/>
          </p:nvSpPr>
          <p:spPr>
            <a:xfrm>
              <a:off x="414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A175C7D2-7806-555E-7524-8C65E58E5B5D}"/>
                </a:ext>
              </a:extLst>
            </p:cNvPr>
            <p:cNvSpPr/>
            <p:nvPr/>
          </p:nvSpPr>
          <p:spPr>
            <a:xfrm>
              <a:off x="414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" name="타원 37">
              <a:extLst>
                <a:ext uri="{FF2B5EF4-FFF2-40B4-BE49-F238E27FC236}">
                  <a16:creationId xmlns:a16="http://schemas.microsoft.com/office/drawing/2014/main" id="{B9D8394F-9704-CC4B-FB08-7DAA6E061E05}"/>
                </a:ext>
              </a:extLst>
            </p:cNvPr>
            <p:cNvSpPr/>
            <p:nvPr/>
          </p:nvSpPr>
          <p:spPr>
            <a:xfrm>
              <a:off x="432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418C6B51-59D9-5651-5331-92F898DD7EE4}"/>
                </a:ext>
              </a:extLst>
            </p:cNvPr>
            <p:cNvSpPr/>
            <p:nvPr/>
          </p:nvSpPr>
          <p:spPr>
            <a:xfrm>
              <a:off x="432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A77C80C8-F0E4-0C75-4503-1B1BCE6A42A3}"/>
                </a:ext>
              </a:extLst>
            </p:cNvPr>
            <p:cNvSpPr/>
            <p:nvPr/>
          </p:nvSpPr>
          <p:spPr>
            <a:xfrm>
              <a:off x="432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C7B6F7DF-8BE5-999F-30A1-1E083DF63DD0}"/>
                </a:ext>
              </a:extLst>
            </p:cNvPr>
            <p:cNvSpPr/>
            <p:nvPr/>
          </p:nvSpPr>
          <p:spPr>
            <a:xfrm>
              <a:off x="432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064F1833-94DF-7A70-7E3C-328CED6036F5}"/>
                </a:ext>
              </a:extLst>
            </p:cNvPr>
            <p:cNvSpPr/>
            <p:nvPr/>
          </p:nvSpPr>
          <p:spPr>
            <a:xfrm>
              <a:off x="432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" name="타원 48">
              <a:extLst>
                <a:ext uri="{FF2B5EF4-FFF2-40B4-BE49-F238E27FC236}">
                  <a16:creationId xmlns:a16="http://schemas.microsoft.com/office/drawing/2014/main" id="{AC72531B-4E6E-C28B-950B-5C362E89354F}"/>
                </a:ext>
              </a:extLst>
            </p:cNvPr>
            <p:cNvSpPr/>
            <p:nvPr/>
          </p:nvSpPr>
          <p:spPr>
            <a:xfrm>
              <a:off x="432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F2D99AEE-274D-0CFE-BAE6-6F9A67CA739E}"/>
                </a:ext>
              </a:extLst>
            </p:cNvPr>
            <p:cNvSpPr/>
            <p:nvPr/>
          </p:nvSpPr>
          <p:spPr>
            <a:xfrm>
              <a:off x="432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" name="타원 46">
              <a:extLst>
                <a:ext uri="{FF2B5EF4-FFF2-40B4-BE49-F238E27FC236}">
                  <a16:creationId xmlns:a16="http://schemas.microsoft.com/office/drawing/2014/main" id="{D7E24136-EB25-28E0-8B4E-13EE4DE41674}"/>
                </a:ext>
              </a:extLst>
            </p:cNvPr>
            <p:cNvSpPr/>
            <p:nvPr/>
          </p:nvSpPr>
          <p:spPr>
            <a:xfrm>
              <a:off x="432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8C037CB6-141C-2B51-5EA4-CAB4AA11D420}"/>
                </a:ext>
              </a:extLst>
            </p:cNvPr>
            <p:cNvSpPr/>
            <p:nvPr/>
          </p:nvSpPr>
          <p:spPr>
            <a:xfrm>
              <a:off x="432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E9C2ED8B-FD8F-9E39-5E7E-3A238F4BEB58}"/>
                </a:ext>
              </a:extLst>
            </p:cNvPr>
            <p:cNvSpPr/>
            <p:nvPr/>
          </p:nvSpPr>
          <p:spPr>
            <a:xfrm>
              <a:off x="432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8" name="타원 67">
              <a:extLst>
                <a:ext uri="{FF2B5EF4-FFF2-40B4-BE49-F238E27FC236}">
                  <a16:creationId xmlns:a16="http://schemas.microsoft.com/office/drawing/2014/main" id="{D984A1A9-97C8-E1E6-3CD8-38348DC8411C}"/>
                </a:ext>
              </a:extLst>
            </p:cNvPr>
            <p:cNvSpPr/>
            <p:nvPr/>
          </p:nvSpPr>
          <p:spPr>
            <a:xfrm>
              <a:off x="450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9" name="타원 68">
              <a:extLst>
                <a:ext uri="{FF2B5EF4-FFF2-40B4-BE49-F238E27FC236}">
                  <a16:creationId xmlns:a16="http://schemas.microsoft.com/office/drawing/2014/main" id="{9BA7AD3C-8707-A744-5B25-8CCFDEFFD147}"/>
                </a:ext>
              </a:extLst>
            </p:cNvPr>
            <p:cNvSpPr/>
            <p:nvPr/>
          </p:nvSpPr>
          <p:spPr>
            <a:xfrm>
              <a:off x="450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C3B7D90C-582D-1F2B-91E7-B1B84F579F95}"/>
                </a:ext>
              </a:extLst>
            </p:cNvPr>
            <p:cNvSpPr/>
            <p:nvPr/>
          </p:nvSpPr>
          <p:spPr>
            <a:xfrm>
              <a:off x="450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7" name="타원 66">
              <a:extLst>
                <a:ext uri="{FF2B5EF4-FFF2-40B4-BE49-F238E27FC236}">
                  <a16:creationId xmlns:a16="http://schemas.microsoft.com/office/drawing/2014/main" id="{B232C138-48C2-8661-2B64-CD7CD6F59638}"/>
                </a:ext>
              </a:extLst>
            </p:cNvPr>
            <p:cNvSpPr/>
            <p:nvPr/>
          </p:nvSpPr>
          <p:spPr>
            <a:xfrm>
              <a:off x="450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FDC74B6F-55C5-8934-7CBE-9A01278C73B5}"/>
                </a:ext>
              </a:extLst>
            </p:cNvPr>
            <p:cNvSpPr/>
            <p:nvPr/>
          </p:nvSpPr>
          <p:spPr>
            <a:xfrm>
              <a:off x="450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A4619A09-E3C6-84B7-117B-269FB545F24B}"/>
                </a:ext>
              </a:extLst>
            </p:cNvPr>
            <p:cNvSpPr/>
            <p:nvPr/>
          </p:nvSpPr>
          <p:spPr>
            <a:xfrm>
              <a:off x="450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2" name="타원 61">
              <a:extLst>
                <a:ext uri="{FF2B5EF4-FFF2-40B4-BE49-F238E27FC236}">
                  <a16:creationId xmlns:a16="http://schemas.microsoft.com/office/drawing/2014/main" id="{D0227C20-74C1-B4DF-9E5C-222A99C99BF9}"/>
                </a:ext>
              </a:extLst>
            </p:cNvPr>
            <p:cNvSpPr/>
            <p:nvPr/>
          </p:nvSpPr>
          <p:spPr>
            <a:xfrm>
              <a:off x="450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3" name="타원 62">
              <a:extLst>
                <a:ext uri="{FF2B5EF4-FFF2-40B4-BE49-F238E27FC236}">
                  <a16:creationId xmlns:a16="http://schemas.microsoft.com/office/drawing/2014/main" id="{92E9CAED-CCFC-1133-4B80-E22DD99C8569}"/>
                </a:ext>
              </a:extLst>
            </p:cNvPr>
            <p:cNvSpPr/>
            <p:nvPr/>
          </p:nvSpPr>
          <p:spPr>
            <a:xfrm>
              <a:off x="450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" name="타원 57">
              <a:extLst>
                <a:ext uri="{FF2B5EF4-FFF2-40B4-BE49-F238E27FC236}">
                  <a16:creationId xmlns:a16="http://schemas.microsoft.com/office/drawing/2014/main" id="{70F8CEB0-0C9E-7B38-CF6C-4F0A88364E0F}"/>
                </a:ext>
              </a:extLst>
            </p:cNvPr>
            <p:cNvSpPr/>
            <p:nvPr/>
          </p:nvSpPr>
          <p:spPr>
            <a:xfrm>
              <a:off x="450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9" name="타원 58">
              <a:extLst>
                <a:ext uri="{FF2B5EF4-FFF2-40B4-BE49-F238E27FC236}">
                  <a16:creationId xmlns:a16="http://schemas.microsoft.com/office/drawing/2014/main" id="{5DBE7972-FA1A-BC1A-A8F4-7CB55C0D119E}"/>
                </a:ext>
              </a:extLst>
            </p:cNvPr>
            <p:cNvSpPr/>
            <p:nvPr/>
          </p:nvSpPr>
          <p:spPr>
            <a:xfrm>
              <a:off x="450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2" name="타원 71">
              <a:extLst>
                <a:ext uri="{FF2B5EF4-FFF2-40B4-BE49-F238E27FC236}">
                  <a16:creationId xmlns:a16="http://schemas.microsoft.com/office/drawing/2014/main" id="{8B4FDE98-3A08-9F46-D086-85DEB3EB8FDE}"/>
                </a:ext>
              </a:extLst>
            </p:cNvPr>
            <p:cNvSpPr/>
            <p:nvPr/>
          </p:nvSpPr>
          <p:spPr>
            <a:xfrm>
              <a:off x="468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A3D76860-9C85-78F3-0648-39CA8C32A8FA}"/>
                </a:ext>
              </a:extLst>
            </p:cNvPr>
            <p:cNvSpPr/>
            <p:nvPr/>
          </p:nvSpPr>
          <p:spPr>
            <a:xfrm>
              <a:off x="468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EF463B54-1D99-1C32-EA3D-E42DE864D0D9}"/>
                </a:ext>
              </a:extLst>
            </p:cNvPr>
            <p:cNvSpPr/>
            <p:nvPr/>
          </p:nvSpPr>
          <p:spPr>
            <a:xfrm>
              <a:off x="468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6" name="타원 75">
              <a:extLst>
                <a:ext uri="{FF2B5EF4-FFF2-40B4-BE49-F238E27FC236}">
                  <a16:creationId xmlns:a16="http://schemas.microsoft.com/office/drawing/2014/main" id="{0A0E2AA6-0D41-BB4D-1BA3-DE001EBC5308}"/>
                </a:ext>
              </a:extLst>
            </p:cNvPr>
            <p:cNvSpPr/>
            <p:nvPr/>
          </p:nvSpPr>
          <p:spPr>
            <a:xfrm>
              <a:off x="468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F6E66D61-AFE2-A7AA-3318-4899B27BC0B4}"/>
                </a:ext>
              </a:extLst>
            </p:cNvPr>
            <p:cNvSpPr/>
            <p:nvPr/>
          </p:nvSpPr>
          <p:spPr>
            <a:xfrm>
              <a:off x="468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A423808D-CB57-4DF5-A042-E24CEBBE4878}"/>
                </a:ext>
              </a:extLst>
            </p:cNvPr>
            <p:cNvSpPr/>
            <p:nvPr/>
          </p:nvSpPr>
          <p:spPr>
            <a:xfrm>
              <a:off x="468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0" name="타원 79">
              <a:extLst>
                <a:ext uri="{FF2B5EF4-FFF2-40B4-BE49-F238E27FC236}">
                  <a16:creationId xmlns:a16="http://schemas.microsoft.com/office/drawing/2014/main" id="{EB0A0B98-AEFB-C4CB-FB01-35560BBA1464}"/>
                </a:ext>
              </a:extLst>
            </p:cNvPr>
            <p:cNvSpPr/>
            <p:nvPr/>
          </p:nvSpPr>
          <p:spPr>
            <a:xfrm>
              <a:off x="468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1" name="타원 80">
              <a:extLst>
                <a:ext uri="{FF2B5EF4-FFF2-40B4-BE49-F238E27FC236}">
                  <a16:creationId xmlns:a16="http://schemas.microsoft.com/office/drawing/2014/main" id="{ACE2A7C3-D3DF-825E-5692-5AFB167B5557}"/>
                </a:ext>
              </a:extLst>
            </p:cNvPr>
            <p:cNvSpPr/>
            <p:nvPr/>
          </p:nvSpPr>
          <p:spPr>
            <a:xfrm>
              <a:off x="468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5" name="타원 84">
              <a:extLst>
                <a:ext uri="{FF2B5EF4-FFF2-40B4-BE49-F238E27FC236}">
                  <a16:creationId xmlns:a16="http://schemas.microsoft.com/office/drawing/2014/main" id="{4410B5B1-E67D-DCBF-7806-1E8DC3E4DF8B}"/>
                </a:ext>
              </a:extLst>
            </p:cNvPr>
            <p:cNvSpPr/>
            <p:nvPr/>
          </p:nvSpPr>
          <p:spPr>
            <a:xfrm>
              <a:off x="468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6" name="타원 85">
              <a:extLst>
                <a:ext uri="{FF2B5EF4-FFF2-40B4-BE49-F238E27FC236}">
                  <a16:creationId xmlns:a16="http://schemas.microsoft.com/office/drawing/2014/main" id="{1975C3CB-D5E8-71CD-3D50-58B0DFBCE6D5}"/>
                </a:ext>
              </a:extLst>
            </p:cNvPr>
            <p:cNvSpPr/>
            <p:nvPr/>
          </p:nvSpPr>
          <p:spPr>
            <a:xfrm>
              <a:off x="468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E64DADF2-52A4-B29D-C172-AE0CECB2C925}"/>
                </a:ext>
              </a:extLst>
            </p:cNvPr>
            <p:cNvSpPr/>
            <p:nvPr/>
          </p:nvSpPr>
          <p:spPr>
            <a:xfrm>
              <a:off x="486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3" name="타원 102">
              <a:extLst>
                <a:ext uri="{FF2B5EF4-FFF2-40B4-BE49-F238E27FC236}">
                  <a16:creationId xmlns:a16="http://schemas.microsoft.com/office/drawing/2014/main" id="{B19F5B2A-2CCD-A3BD-E37C-96FCBB95355D}"/>
                </a:ext>
              </a:extLst>
            </p:cNvPr>
            <p:cNvSpPr/>
            <p:nvPr/>
          </p:nvSpPr>
          <p:spPr>
            <a:xfrm>
              <a:off x="486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0" name="타원 99">
              <a:extLst>
                <a:ext uri="{FF2B5EF4-FFF2-40B4-BE49-F238E27FC236}">
                  <a16:creationId xmlns:a16="http://schemas.microsoft.com/office/drawing/2014/main" id="{9168D62B-0952-42AC-88EB-A2CCF19FBC2F}"/>
                </a:ext>
              </a:extLst>
            </p:cNvPr>
            <p:cNvSpPr/>
            <p:nvPr/>
          </p:nvSpPr>
          <p:spPr>
            <a:xfrm>
              <a:off x="486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A9F32087-783F-B1DF-EA76-BB15B6E32D9E}"/>
                </a:ext>
              </a:extLst>
            </p:cNvPr>
            <p:cNvSpPr/>
            <p:nvPr/>
          </p:nvSpPr>
          <p:spPr>
            <a:xfrm>
              <a:off x="486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5CA7452F-B778-DDFC-C40E-E9F14E2207D4}"/>
                </a:ext>
              </a:extLst>
            </p:cNvPr>
            <p:cNvSpPr/>
            <p:nvPr/>
          </p:nvSpPr>
          <p:spPr>
            <a:xfrm>
              <a:off x="486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9" name="타원 98">
              <a:extLst>
                <a:ext uri="{FF2B5EF4-FFF2-40B4-BE49-F238E27FC236}">
                  <a16:creationId xmlns:a16="http://schemas.microsoft.com/office/drawing/2014/main" id="{94DC21A0-FFA5-D00F-15B3-4008C99A7B00}"/>
                </a:ext>
              </a:extLst>
            </p:cNvPr>
            <p:cNvSpPr/>
            <p:nvPr/>
          </p:nvSpPr>
          <p:spPr>
            <a:xfrm>
              <a:off x="486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6" name="타원 95">
              <a:extLst>
                <a:ext uri="{FF2B5EF4-FFF2-40B4-BE49-F238E27FC236}">
                  <a16:creationId xmlns:a16="http://schemas.microsoft.com/office/drawing/2014/main" id="{04EAC73B-FB48-9F5E-B881-F0C492E0262B}"/>
                </a:ext>
              </a:extLst>
            </p:cNvPr>
            <p:cNvSpPr/>
            <p:nvPr/>
          </p:nvSpPr>
          <p:spPr>
            <a:xfrm>
              <a:off x="486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03D66A57-2CCD-7943-E57C-833A552C4EFE}"/>
                </a:ext>
              </a:extLst>
            </p:cNvPr>
            <p:cNvSpPr/>
            <p:nvPr/>
          </p:nvSpPr>
          <p:spPr>
            <a:xfrm>
              <a:off x="486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2" name="타원 91">
              <a:extLst>
                <a:ext uri="{FF2B5EF4-FFF2-40B4-BE49-F238E27FC236}">
                  <a16:creationId xmlns:a16="http://schemas.microsoft.com/office/drawing/2014/main" id="{CBF3FE7B-BBAE-7BE5-FA14-69B91E22BAA1}"/>
                </a:ext>
              </a:extLst>
            </p:cNvPr>
            <p:cNvSpPr/>
            <p:nvPr/>
          </p:nvSpPr>
          <p:spPr>
            <a:xfrm>
              <a:off x="486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3" name="타원 92">
              <a:extLst>
                <a:ext uri="{FF2B5EF4-FFF2-40B4-BE49-F238E27FC236}">
                  <a16:creationId xmlns:a16="http://schemas.microsoft.com/office/drawing/2014/main" id="{511227CF-FA42-60F6-9794-8BDC59899598}"/>
                </a:ext>
              </a:extLst>
            </p:cNvPr>
            <p:cNvSpPr/>
            <p:nvPr/>
          </p:nvSpPr>
          <p:spPr>
            <a:xfrm>
              <a:off x="486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6" name="타원 135">
              <a:extLst>
                <a:ext uri="{FF2B5EF4-FFF2-40B4-BE49-F238E27FC236}">
                  <a16:creationId xmlns:a16="http://schemas.microsoft.com/office/drawing/2014/main" id="{5ED10F84-37AC-690D-D85A-946F338EF9B9}"/>
                </a:ext>
              </a:extLst>
            </p:cNvPr>
            <p:cNvSpPr/>
            <p:nvPr/>
          </p:nvSpPr>
          <p:spPr>
            <a:xfrm>
              <a:off x="504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7" name="타원 136">
              <a:extLst>
                <a:ext uri="{FF2B5EF4-FFF2-40B4-BE49-F238E27FC236}">
                  <a16:creationId xmlns:a16="http://schemas.microsoft.com/office/drawing/2014/main" id="{23029F96-EE2B-3F63-0B15-5137E7EC3F85}"/>
                </a:ext>
              </a:extLst>
            </p:cNvPr>
            <p:cNvSpPr/>
            <p:nvPr/>
          </p:nvSpPr>
          <p:spPr>
            <a:xfrm>
              <a:off x="504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4" name="타원 133">
              <a:extLst>
                <a:ext uri="{FF2B5EF4-FFF2-40B4-BE49-F238E27FC236}">
                  <a16:creationId xmlns:a16="http://schemas.microsoft.com/office/drawing/2014/main" id="{3FD56A15-9E48-A9DB-B5DC-AAD2B1F5FA8C}"/>
                </a:ext>
              </a:extLst>
            </p:cNvPr>
            <p:cNvSpPr/>
            <p:nvPr/>
          </p:nvSpPr>
          <p:spPr>
            <a:xfrm>
              <a:off x="504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5" name="타원 134">
              <a:extLst>
                <a:ext uri="{FF2B5EF4-FFF2-40B4-BE49-F238E27FC236}">
                  <a16:creationId xmlns:a16="http://schemas.microsoft.com/office/drawing/2014/main" id="{6A81047C-5444-0277-D14B-6CCFC5750870}"/>
                </a:ext>
              </a:extLst>
            </p:cNvPr>
            <p:cNvSpPr/>
            <p:nvPr/>
          </p:nvSpPr>
          <p:spPr>
            <a:xfrm>
              <a:off x="504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2" name="타원 131">
              <a:extLst>
                <a:ext uri="{FF2B5EF4-FFF2-40B4-BE49-F238E27FC236}">
                  <a16:creationId xmlns:a16="http://schemas.microsoft.com/office/drawing/2014/main" id="{4BFFBB76-ED94-AD0E-9295-D6FF6124AA61}"/>
                </a:ext>
              </a:extLst>
            </p:cNvPr>
            <p:cNvSpPr/>
            <p:nvPr/>
          </p:nvSpPr>
          <p:spPr>
            <a:xfrm>
              <a:off x="504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3" name="타원 132">
              <a:extLst>
                <a:ext uri="{FF2B5EF4-FFF2-40B4-BE49-F238E27FC236}">
                  <a16:creationId xmlns:a16="http://schemas.microsoft.com/office/drawing/2014/main" id="{EF6B777D-2348-986C-AC3A-3B8A92A06709}"/>
                </a:ext>
              </a:extLst>
            </p:cNvPr>
            <p:cNvSpPr/>
            <p:nvPr/>
          </p:nvSpPr>
          <p:spPr>
            <a:xfrm>
              <a:off x="504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0" name="타원 129">
              <a:extLst>
                <a:ext uri="{FF2B5EF4-FFF2-40B4-BE49-F238E27FC236}">
                  <a16:creationId xmlns:a16="http://schemas.microsoft.com/office/drawing/2014/main" id="{594FE896-AE6B-D910-5655-B3DF846DB7BD}"/>
                </a:ext>
              </a:extLst>
            </p:cNvPr>
            <p:cNvSpPr/>
            <p:nvPr/>
          </p:nvSpPr>
          <p:spPr>
            <a:xfrm>
              <a:off x="504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1" name="타원 130">
              <a:extLst>
                <a:ext uri="{FF2B5EF4-FFF2-40B4-BE49-F238E27FC236}">
                  <a16:creationId xmlns:a16="http://schemas.microsoft.com/office/drawing/2014/main" id="{6457E032-446E-FE8A-2036-D0A16F006C3B}"/>
                </a:ext>
              </a:extLst>
            </p:cNvPr>
            <p:cNvSpPr/>
            <p:nvPr/>
          </p:nvSpPr>
          <p:spPr>
            <a:xfrm>
              <a:off x="504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6" name="타원 125">
              <a:extLst>
                <a:ext uri="{FF2B5EF4-FFF2-40B4-BE49-F238E27FC236}">
                  <a16:creationId xmlns:a16="http://schemas.microsoft.com/office/drawing/2014/main" id="{5184572D-BE20-1017-9D4E-C38B943FC7B8}"/>
                </a:ext>
              </a:extLst>
            </p:cNvPr>
            <p:cNvSpPr/>
            <p:nvPr/>
          </p:nvSpPr>
          <p:spPr>
            <a:xfrm>
              <a:off x="504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7" name="타원 126">
              <a:extLst>
                <a:ext uri="{FF2B5EF4-FFF2-40B4-BE49-F238E27FC236}">
                  <a16:creationId xmlns:a16="http://schemas.microsoft.com/office/drawing/2014/main" id="{F7FD1A00-4E06-026B-195F-3C5118625E49}"/>
                </a:ext>
              </a:extLst>
            </p:cNvPr>
            <p:cNvSpPr/>
            <p:nvPr/>
          </p:nvSpPr>
          <p:spPr>
            <a:xfrm>
              <a:off x="504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4" name="타원 123">
              <a:extLst>
                <a:ext uri="{FF2B5EF4-FFF2-40B4-BE49-F238E27FC236}">
                  <a16:creationId xmlns:a16="http://schemas.microsoft.com/office/drawing/2014/main" id="{A601C742-88AE-6F39-B60D-F59D09C526EC}"/>
                </a:ext>
              </a:extLst>
            </p:cNvPr>
            <p:cNvSpPr/>
            <p:nvPr/>
          </p:nvSpPr>
          <p:spPr>
            <a:xfrm>
              <a:off x="522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5" name="타원 124">
              <a:extLst>
                <a:ext uri="{FF2B5EF4-FFF2-40B4-BE49-F238E27FC236}">
                  <a16:creationId xmlns:a16="http://schemas.microsoft.com/office/drawing/2014/main" id="{76F1C483-5F5A-F556-D390-1E5B4DD5F47C}"/>
                </a:ext>
              </a:extLst>
            </p:cNvPr>
            <p:cNvSpPr/>
            <p:nvPr/>
          </p:nvSpPr>
          <p:spPr>
            <a:xfrm>
              <a:off x="522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2" name="타원 121">
              <a:extLst>
                <a:ext uri="{FF2B5EF4-FFF2-40B4-BE49-F238E27FC236}">
                  <a16:creationId xmlns:a16="http://schemas.microsoft.com/office/drawing/2014/main" id="{BC6C7DD7-3E46-FD44-1271-5CDA5E3D4871}"/>
                </a:ext>
              </a:extLst>
            </p:cNvPr>
            <p:cNvSpPr/>
            <p:nvPr/>
          </p:nvSpPr>
          <p:spPr>
            <a:xfrm>
              <a:off x="522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3" name="타원 122">
              <a:extLst>
                <a:ext uri="{FF2B5EF4-FFF2-40B4-BE49-F238E27FC236}">
                  <a16:creationId xmlns:a16="http://schemas.microsoft.com/office/drawing/2014/main" id="{8316894E-A91F-8C67-E476-E13C564C8C8D}"/>
                </a:ext>
              </a:extLst>
            </p:cNvPr>
            <p:cNvSpPr/>
            <p:nvPr/>
          </p:nvSpPr>
          <p:spPr>
            <a:xfrm>
              <a:off x="522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0" name="타원 119">
              <a:extLst>
                <a:ext uri="{FF2B5EF4-FFF2-40B4-BE49-F238E27FC236}">
                  <a16:creationId xmlns:a16="http://schemas.microsoft.com/office/drawing/2014/main" id="{1F753C7E-B71A-8D2B-BE5E-35243D14BE6B}"/>
                </a:ext>
              </a:extLst>
            </p:cNvPr>
            <p:cNvSpPr/>
            <p:nvPr/>
          </p:nvSpPr>
          <p:spPr>
            <a:xfrm>
              <a:off x="522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1" name="타원 120">
              <a:extLst>
                <a:ext uri="{FF2B5EF4-FFF2-40B4-BE49-F238E27FC236}">
                  <a16:creationId xmlns:a16="http://schemas.microsoft.com/office/drawing/2014/main" id="{BDA31C1A-72A3-BD34-C497-7BC692D029E0}"/>
                </a:ext>
              </a:extLst>
            </p:cNvPr>
            <p:cNvSpPr/>
            <p:nvPr/>
          </p:nvSpPr>
          <p:spPr>
            <a:xfrm>
              <a:off x="522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8" name="타원 117">
              <a:extLst>
                <a:ext uri="{FF2B5EF4-FFF2-40B4-BE49-F238E27FC236}">
                  <a16:creationId xmlns:a16="http://schemas.microsoft.com/office/drawing/2014/main" id="{A1744034-AF21-F6C4-10F4-B3DE99683CBC}"/>
                </a:ext>
              </a:extLst>
            </p:cNvPr>
            <p:cNvSpPr/>
            <p:nvPr/>
          </p:nvSpPr>
          <p:spPr>
            <a:xfrm>
              <a:off x="522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9" name="타원 118">
              <a:extLst>
                <a:ext uri="{FF2B5EF4-FFF2-40B4-BE49-F238E27FC236}">
                  <a16:creationId xmlns:a16="http://schemas.microsoft.com/office/drawing/2014/main" id="{BE8C80CD-6736-C2EB-EB6C-F6F30EB65440}"/>
                </a:ext>
              </a:extLst>
            </p:cNvPr>
            <p:cNvSpPr/>
            <p:nvPr/>
          </p:nvSpPr>
          <p:spPr>
            <a:xfrm>
              <a:off x="522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4" name="타원 113">
              <a:extLst>
                <a:ext uri="{FF2B5EF4-FFF2-40B4-BE49-F238E27FC236}">
                  <a16:creationId xmlns:a16="http://schemas.microsoft.com/office/drawing/2014/main" id="{B185D206-5989-ABCD-7C65-9A27B4A3F59B}"/>
                </a:ext>
              </a:extLst>
            </p:cNvPr>
            <p:cNvSpPr/>
            <p:nvPr/>
          </p:nvSpPr>
          <p:spPr>
            <a:xfrm>
              <a:off x="522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5" name="타원 114">
              <a:extLst>
                <a:ext uri="{FF2B5EF4-FFF2-40B4-BE49-F238E27FC236}">
                  <a16:creationId xmlns:a16="http://schemas.microsoft.com/office/drawing/2014/main" id="{034AE8C1-2616-1560-F150-629C47586FC6}"/>
                </a:ext>
              </a:extLst>
            </p:cNvPr>
            <p:cNvSpPr/>
            <p:nvPr/>
          </p:nvSpPr>
          <p:spPr>
            <a:xfrm>
              <a:off x="522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0" name="타원 139">
              <a:extLst>
                <a:ext uri="{FF2B5EF4-FFF2-40B4-BE49-F238E27FC236}">
                  <a16:creationId xmlns:a16="http://schemas.microsoft.com/office/drawing/2014/main" id="{72C55701-F6B2-1D66-057B-D034FDD6902B}"/>
                </a:ext>
              </a:extLst>
            </p:cNvPr>
            <p:cNvSpPr/>
            <p:nvPr/>
          </p:nvSpPr>
          <p:spPr>
            <a:xfrm>
              <a:off x="540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1" name="타원 140">
              <a:extLst>
                <a:ext uri="{FF2B5EF4-FFF2-40B4-BE49-F238E27FC236}">
                  <a16:creationId xmlns:a16="http://schemas.microsoft.com/office/drawing/2014/main" id="{8D842F34-1618-B8F5-E66A-1108C3107841}"/>
                </a:ext>
              </a:extLst>
            </p:cNvPr>
            <p:cNvSpPr/>
            <p:nvPr/>
          </p:nvSpPr>
          <p:spPr>
            <a:xfrm>
              <a:off x="540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3" name="타원 142">
              <a:extLst>
                <a:ext uri="{FF2B5EF4-FFF2-40B4-BE49-F238E27FC236}">
                  <a16:creationId xmlns:a16="http://schemas.microsoft.com/office/drawing/2014/main" id="{AD8EF032-5511-CAE1-DAAE-0B184F313CA9}"/>
                </a:ext>
              </a:extLst>
            </p:cNvPr>
            <p:cNvSpPr/>
            <p:nvPr/>
          </p:nvSpPr>
          <p:spPr>
            <a:xfrm>
              <a:off x="540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4" name="타원 143">
              <a:extLst>
                <a:ext uri="{FF2B5EF4-FFF2-40B4-BE49-F238E27FC236}">
                  <a16:creationId xmlns:a16="http://schemas.microsoft.com/office/drawing/2014/main" id="{E362B982-BFA4-2D72-2C01-FBA12BA28C6D}"/>
                </a:ext>
              </a:extLst>
            </p:cNvPr>
            <p:cNvSpPr/>
            <p:nvPr/>
          </p:nvSpPr>
          <p:spPr>
            <a:xfrm>
              <a:off x="540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0" name="타원 149">
              <a:extLst>
                <a:ext uri="{FF2B5EF4-FFF2-40B4-BE49-F238E27FC236}">
                  <a16:creationId xmlns:a16="http://schemas.microsoft.com/office/drawing/2014/main" id="{49DEA758-0605-668B-6250-83D9397443BD}"/>
                </a:ext>
              </a:extLst>
            </p:cNvPr>
            <p:cNvSpPr/>
            <p:nvPr/>
          </p:nvSpPr>
          <p:spPr>
            <a:xfrm>
              <a:off x="540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1" name="타원 150">
              <a:extLst>
                <a:ext uri="{FF2B5EF4-FFF2-40B4-BE49-F238E27FC236}">
                  <a16:creationId xmlns:a16="http://schemas.microsoft.com/office/drawing/2014/main" id="{88E2898A-F561-BCFA-5D3F-FF5E9DE8C534}"/>
                </a:ext>
              </a:extLst>
            </p:cNvPr>
            <p:cNvSpPr/>
            <p:nvPr/>
          </p:nvSpPr>
          <p:spPr>
            <a:xfrm>
              <a:off x="540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8" name="타원 147">
              <a:extLst>
                <a:ext uri="{FF2B5EF4-FFF2-40B4-BE49-F238E27FC236}">
                  <a16:creationId xmlns:a16="http://schemas.microsoft.com/office/drawing/2014/main" id="{A505625A-E8AC-560D-CF14-902910082F68}"/>
                </a:ext>
              </a:extLst>
            </p:cNvPr>
            <p:cNvSpPr/>
            <p:nvPr/>
          </p:nvSpPr>
          <p:spPr>
            <a:xfrm>
              <a:off x="540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9" name="타원 148">
              <a:extLst>
                <a:ext uri="{FF2B5EF4-FFF2-40B4-BE49-F238E27FC236}">
                  <a16:creationId xmlns:a16="http://schemas.microsoft.com/office/drawing/2014/main" id="{6E83E6DB-6D26-54AA-DF82-E8F0DCCF68BF}"/>
                </a:ext>
              </a:extLst>
            </p:cNvPr>
            <p:cNvSpPr/>
            <p:nvPr/>
          </p:nvSpPr>
          <p:spPr>
            <a:xfrm>
              <a:off x="540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3" name="타원 152">
              <a:extLst>
                <a:ext uri="{FF2B5EF4-FFF2-40B4-BE49-F238E27FC236}">
                  <a16:creationId xmlns:a16="http://schemas.microsoft.com/office/drawing/2014/main" id="{54F209A2-2C10-266E-8CD7-05707F27AD23}"/>
                </a:ext>
              </a:extLst>
            </p:cNvPr>
            <p:cNvSpPr/>
            <p:nvPr/>
          </p:nvSpPr>
          <p:spPr>
            <a:xfrm>
              <a:off x="540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4" name="타원 153">
              <a:extLst>
                <a:ext uri="{FF2B5EF4-FFF2-40B4-BE49-F238E27FC236}">
                  <a16:creationId xmlns:a16="http://schemas.microsoft.com/office/drawing/2014/main" id="{3B8B3872-1143-723C-0D54-933BA4B102D8}"/>
                </a:ext>
              </a:extLst>
            </p:cNvPr>
            <p:cNvSpPr/>
            <p:nvPr/>
          </p:nvSpPr>
          <p:spPr>
            <a:xfrm>
              <a:off x="540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70" name="타원 169">
              <a:extLst>
                <a:ext uri="{FF2B5EF4-FFF2-40B4-BE49-F238E27FC236}">
                  <a16:creationId xmlns:a16="http://schemas.microsoft.com/office/drawing/2014/main" id="{D856A736-B2F5-494F-4C27-FC2C593236BF}"/>
                </a:ext>
              </a:extLst>
            </p:cNvPr>
            <p:cNvSpPr/>
            <p:nvPr/>
          </p:nvSpPr>
          <p:spPr>
            <a:xfrm>
              <a:off x="558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71" name="타원 170">
              <a:extLst>
                <a:ext uri="{FF2B5EF4-FFF2-40B4-BE49-F238E27FC236}">
                  <a16:creationId xmlns:a16="http://schemas.microsoft.com/office/drawing/2014/main" id="{FDEB5A2D-5EDB-993E-20DC-B89020D82518}"/>
                </a:ext>
              </a:extLst>
            </p:cNvPr>
            <p:cNvSpPr/>
            <p:nvPr/>
          </p:nvSpPr>
          <p:spPr>
            <a:xfrm>
              <a:off x="558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8" name="타원 167">
              <a:extLst>
                <a:ext uri="{FF2B5EF4-FFF2-40B4-BE49-F238E27FC236}">
                  <a16:creationId xmlns:a16="http://schemas.microsoft.com/office/drawing/2014/main" id="{5C55BB75-E31D-0BA9-63CE-81D4D09C7DAD}"/>
                </a:ext>
              </a:extLst>
            </p:cNvPr>
            <p:cNvSpPr/>
            <p:nvPr/>
          </p:nvSpPr>
          <p:spPr>
            <a:xfrm>
              <a:off x="558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9" name="타원 168">
              <a:extLst>
                <a:ext uri="{FF2B5EF4-FFF2-40B4-BE49-F238E27FC236}">
                  <a16:creationId xmlns:a16="http://schemas.microsoft.com/office/drawing/2014/main" id="{65A28009-6598-DEB4-EF02-8D4B14692498}"/>
                </a:ext>
              </a:extLst>
            </p:cNvPr>
            <p:cNvSpPr/>
            <p:nvPr/>
          </p:nvSpPr>
          <p:spPr>
            <a:xfrm>
              <a:off x="558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6" name="타원 165">
              <a:extLst>
                <a:ext uri="{FF2B5EF4-FFF2-40B4-BE49-F238E27FC236}">
                  <a16:creationId xmlns:a16="http://schemas.microsoft.com/office/drawing/2014/main" id="{B9AC2511-E16F-C72B-A65A-382B7DCDBCAC}"/>
                </a:ext>
              </a:extLst>
            </p:cNvPr>
            <p:cNvSpPr/>
            <p:nvPr/>
          </p:nvSpPr>
          <p:spPr>
            <a:xfrm>
              <a:off x="558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7" name="타원 166">
              <a:extLst>
                <a:ext uri="{FF2B5EF4-FFF2-40B4-BE49-F238E27FC236}">
                  <a16:creationId xmlns:a16="http://schemas.microsoft.com/office/drawing/2014/main" id="{EF91E40A-EC10-E0C8-E6B0-FE8FA3044D2D}"/>
                </a:ext>
              </a:extLst>
            </p:cNvPr>
            <p:cNvSpPr/>
            <p:nvPr/>
          </p:nvSpPr>
          <p:spPr>
            <a:xfrm>
              <a:off x="558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4" name="타원 163">
              <a:extLst>
                <a:ext uri="{FF2B5EF4-FFF2-40B4-BE49-F238E27FC236}">
                  <a16:creationId xmlns:a16="http://schemas.microsoft.com/office/drawing/2014/main" id="{AD4CCB73-2A6A-3557-FDC1-47B4CCBCC489}"/>
                </a:ext>
              </a:extLst>
            </p:cNvPr>
            <p:cNvSpPr/>
            <p:nvPr/>
          </p:nvSpPr>
          <p:spPr>
            <a:xfrm>
              <a:off x="558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5" name="타원 164">
              <a:extLst>
                <a:ext uri="{FF2B5EF4-FFF2-40B4-BE49-F238E27FC236}">
                  <a16:creationId xmlns:a16="http://schemas.microsoft.com/office/drawing/2014/main" id="{17E46A7B-D679-91D2-F34A-06B9199C7CEE}"/>
                </a:ext>
              </a:extLst>
            </p:cNvPr>
            <p:cNvSpPr/>
            <p:nvPr/>
          </p:nvSpPr>
          <p:spPr>
            <a:xfrm>
              <a:off x="558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0" name="타원 159">
              <a:extLst>
                <a:ext uri="{FF2B5EF4-FFF2-40B4-BE49-F238E27FC236}">
                  <a16:creationId xmlns:a16="http://schemas.microsoft.com/office/drawing/2014/main" id="{55A41DD9-0817-DBF1-6152-E67D7D76EFAA}"/>
                </a:ext>
              </a:extLst>
            </p:cNvPr>
            <p:cNvSpPr/>
            <p:nvPr/>
          </p:nvSpPr>
          <p:spPr>
            <a:xfrm>
              <a:off x="558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1" name="타원 160">
              <a:extLst>
                <a:ext uri="{FF2B5EF4-FFF2-40B4-BE49-F238E27FC236}">
                  <a16:creationId xmlns:a16="http://schemas.microsoft.com/office/drawing/2014/main" id="{79DD6302-7926-5C57-A6AC-DC92C874972F}"/>
                </a:ext>
              </a:extLst>
            </p:cNvPr>
            <p:cNvSpPr/>
            <p:nvPr/>
          </p:nvSpPr>
          <p:spPr>
            <a:xfrm>
              <a:off x="558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4" name="타원 203">
              <a:extLst>
                <a:ext uri="{FF2B5EF4-FFF2-40B4-BE49-F238E27FC236}">
                  <a16:creationId xmlns:a16="http://schemas.microsoft.com/office/drawing/2014/main" id="{32F5E759-2431-215F-FB11-72F9EEACC18A}"/>
                </a:ext>
              </a:extLst>
            </p:cNvPr>
            <p:cNvSpPr/>
            <p:nvPr/>
          </p:nvSpPr>
          <p:spPr>
            <a:xfrm>
              <a:off x="576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5" name="타원 204">
              <a:extLst>
                <a:ext uri="{FF2B5EF4-FFF2-40B4-BE49-F238E27FC236}">
                  <a16:creationId xmlns:a16="http://schemas.microsoft.com/office/drawing/2014/main" id="{97151C49-1E83-A691-6E88-789AE9DDD8CE}"/>
                </a:ext>
              </a:extLst>
            </p:cNvPr>
            <p:cNvSpPr/>
            <p:nvPr/>
          </p:nvSpPr>
          <p:spPr>
            <a:xfrm>
              <a:off x="576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2" name="타원 201">
              <a:extLst>
                <a:ext uri="{FF2B5EF4-FFF2-40B4-BE49-F238E27FC236}">
                  <a16:creationId xmlns:a16="http://schemas.microsoft.com/office/drawing/2014/main" id="{AF12270F-BC92-1035-56D5-FD1D8859B1E5}"/>
                </a:ext>
              </a:extLst>
            </p:cNvPr>
            <p:cNvSpPr/>
            <p:nvPr/>
          </p:nvSpPr>
          <p:spPr>
            <a:xfrm>
              <a:off x="576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3" name="타원 202">
              <a:extLst>
                <a:ext uri="{FF2B5EF4-FFF2-40B4-BE49-F238E27FC236}">
                  <a16:creationId xmlns:a16="http://schemas.microsoft.com/office/drawing/2014/main" id="{0DAA125D-08A9-33FC-2C3F-B9342BE77539}"/>
                </a:ext>
              </a:extLst>
            </p:cNvPr>
            <p:cNvSpPr/>
            <p:nvPr/>
          </p:nvSpPr>
          <p:spPr>
            <a:xfrm>
              <a:off x="576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0" name="타원 199">
              <a:extLst>
                <a:ext uri="{FF2B5EF4-FFF2-40B4-BE49-F238E27FC236}">
                  <a16:creationId xmlns:a16="http://schemas.microsoft.com/office/drawing/2014/main" id="{B4E2FF53-E9B1-9DD2-2689-88B19514B625}"/>
                </a:ext>
              </a:extLst>
            </p:cNvPr>
            <p:cNvSpPr/>
            <p:nvPr/>
          </p:nvSpPr>
          <p:spPr>
            <a:xfrm>
              <a:off x="576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1" name="타원 200">
              <a:extLst>
                <a:ext uri="{FF2B5EF4-FFF2-40B4-BE49-F238E27FC236}">
                  <a16:creationId xmlns:a16="http://schemas.microsoft.com/office/drawing/2014/main" id="{F7B1A2FD-DD12-8F75-EA9D-3213EB709E76}"/>
                </a:ext>
              </a:extLst>
            </p:cNvPr>
            <p:cNvSpPr/>
            <p:nvPr/>
          </p:nvSpPr>
          <p:spPr>
            <a:xfrm>
              <a:off x="576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8" name="타원 197">
              <a:extLst>
                <a:ext uri="{FF2B5EF4-FFF2-40B4-BE49-F238E27FC236}">
                  <a16:creationId xmlns:a16="http://schemas.microsoft.com/office/drawing/2014/main" id="{94330926-5BD6-BC47-9B83-414B3B91A95A}"/>
                </a:ext>
              </a:extLst>
            </p:cNvPr>
            <p:cNvSpPr/>
            <p:nvPr/>
          </p:nvSpPr>
          <p:spPr>
            <a:xfrm>
              <a:off x="576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9" name="타원 198">
              <a:extLst>
                <a:ext uri="{FF2B5EF4-FFF2-40B4-BE49-F238E27FC236}">
                  <a16:creationId xmlns:a16="http://schemas.microsoft.com/office/drawing/2014/main" id="{04942A9D-7D51-9529-9334-CFA7C1438BC5}"/>
                </a:ext>
              </a:extLst>
            </p:cNvPr>
            <p:cNvSpPr/>
            <p:nvPr/>
          </p:nvSpPr>
          <p:spPr>
            <a:xfrm>
              <a:off x="576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4" name="타원 193">
              <a:extLst>
                <a:ext uri="{FF2B5EF4-FFF2-40B4-BE49-F238E27FC236}">
                  <a16:creationId xmlns:a16="http://schemas.microsoft.com/office/drawing/2014/main" id="{86C9139B-F415-3734-32C6-FC129397A72B}"/>
                </a:ext>
              </a:extLst>
            </p:cNvPr>
            <p:cNvSpPr/>
            <p:nvPr/>
          </p:nvSpPr>
          <p:spPr>
            <a:xfrm>
              <a:off x="576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5" name="타원 194">
              <a:extLst>
                <a:ext uri="{FF2B5EF4-FFF2-40B4-BE49-F238E27FC236}">
                  <a16:creationId xmlns:a16="http://schemas.microsoft.com/office/drawing/2014/main" id="{F8C3D990-FDB6-78AE-2B83-43D75993FA2A}"/>
                </a:ext>
              </a:extLst>
            </p:cNvPr>
            <p:cNvSpPr/>
            <p:nvPr/>
          </p:nvSpPr>
          <p:spPr>
            <a:xfrm>
              <a:off x="576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2" name="타원 191">
              <a:extLst>
                <a:ext uri="{FF2B5EF4-FFF2-40B4-BE49-F238E27FC236}">
                  <a16:creationId xmlns:a16="http://schemas.microsoft.com/office/drawing/2014/main" id="{9F56661C-F479-5A36-8B4F-EAF4E9E7E58E}"/>
                </a:ext>
              </a:extLst>
            </p:cNvPr>
            <p:cNvSpPr/>
            <p:nvPr/>
          </p:nvSpPr>
          <p:spPr>
            <a:xfrm>
              <a:off x="594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3" name="타원 192">
              <a:extLst>
                <a:ext uri="{FF2B5EF4-FFF2-40B4-BE49-F238E27FC236}">
                  <a16:creationId xmlns:a16="http://schemas.microsoft.com/office/drawing/2014/main" id="{0735396E-AE37-BB74-C645-8F3909F01FF0}"/>
                </a:ext>
              </a:extLst>
            </p:cNvPr>
            <p:cNvSpPr/>
            <p:nvPr/>
          </p:nvSpPr>
          <p:spPr>
            <a:xfrm>
              <a:off x="594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0" name="타원 189">
              <a:extLst>
                <a:ext uri="{FF2B5EF4-FFF2-40B4-BE49-F238E27FC236}">
                  <a16:creationId xmlns:a16="http://schemas.microsoft.com/office/drawing/2014/main" id="{5DA15530-C862-8C20-5A6C-F68F28F410E9}"/>
                </a:ext>
              </a:extLst>
            </p:cNvPr>
            <p:cNvSpPr/>
            <p:nvPr/>
          </p:nvSpPr>
          <p:spPr>
            <a:xfrm>
              <a:off x="594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1" name="타원 190">
              <a:extLst>
                <a:ext uri="{FF2B5EF4-FFF2-40B4-BE49-F238E27FC236}">
                  <a16:creationId xmlns:a16="http://schemas.microsoft.com/office/drawing/2014/main" id="{37695303-CF8C-DDC3-EFB6-470EAC17AA8C}"/>
                </a:ext>
              </a:extLst>
            </p:cNvPr>
            <p:cNvSpPr/>
            <p:nvPr/>
          </p:nvSpPr>
          <p:spPr>
            <a:xfrm>
              <a:off x="594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8" name="타원 187">
              <a:extLst>
                <a:ext uri="{FF2B5EF4-FFF2-40B4-BE49-F238E27FC236}">
                  <a16:creationId xmlns:a16="http://schemas.microsoft.com/office/drawing/2014/main" id="{1D71C5BF-BD96-36A6-A4BA-D17AE112F3A2}"/>
                </a:ext>
              </a:extLst>
            </p:cNvPr>
            <p:cNvSpPr/>
            <p:nvPr/>
          </p:nvSpPr>
          <p:spPr>
            <a:xfrm>
              <a:off x="594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9" name="타원 188">
              <a:extLst>
                <a:ext uri="{FF2B5EF4-FFF2-40B4-BE49-F238E27FC236}">
                  <a16:creationId xmlns:a16="http://schemas.microsoft.com/office/drawing/2014/main" id="{A13BAF47-5796-9D49-BD9A-258A35E04AAB}"/>
                </a:ext>
              </a:extLst>
            </p:cNvPr>
            <p:cNvSpPr/>
            <p:nvPr/>
          </p:nvSpPr>
          <p:spPr>
            <a:xfrm>
              <a:off x="594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6" name="타원 185">
              <a:extLst>
                <a:ext uri="{FF2B5EF4-FFF2-40B4-BE49-F238E27FC236}">
                  <a16:creationId xmlns:a16="http://schemas.microsoft.com/office/drawing/2014/main" id="{1D3F2C8A-A023-BF98-4A36-489632451774}"/>
                </a:ext>
              </a:extLst>
            </p:cNvPr>
            <p:cNvSpPr/>
            <p:nvPr/>
          </p:nvSpPr>
          <p:spPr>
            <a:xfrm>
              <a:off x="594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7" name="타원 186">
              <a:extLst>
                <a:ext uri="{FF2B5EF4-FFF2-40B4-BE49-F238E27FC236}">
                  <a16:creationId xmlns:a16="http://schemas.microsoft.com/office/drawing/2014/main" id="{02FE45CD-A98D-0DAA-4290-7EAEED9BE57C}"/>
                </a:ext>
              </a:extLst>
            </p:cNvPr>
            <p:cNvSpPr/>
            <p:nvPr/>
          </p:nvSpPr>
          <p:spPr>
            <a:xfrm>
              <a:off x="594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2" name="타원 181">
              <a:extLst>
                <a:ext uri="{FF2B5EF4-FFF2-40B4-BE49-F238E27FC236}">
                  <a16:creationId xmlns:a16="http://schemas.microsoft.com/office/drawing/2014/main" id="{BA4779F9-77D9-89E0-7C7D-682296BA5B94}"/>
                </a:ext>
              </a:extLst>
            </p:cNvPr>
            <p:cNvSpPr/>
            <p:nvPr/>
          </p:nvSpPr>
          <p:spPr>
            <a:xfrm>
              <a:off x="594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3" name="타원 182">
              <a:extLst>
                <a:ext uri="{FF2B5EF4-FFF2-40B4-BE49-F238E27FC236}">
                  <a16:creationId xmlns:a16="http://schemas.microsoft.com/office/drawing/2014/main" id="{D626E41A-C035-EEC2-F641-BF789B679178}"/>
                </a:ext>
              </a:extLst>
            </p:cNvPr>
            <p:cNvSpPr/>
            <p:nvPr/>
          </p:nvSpPr>
          <p:spPr>
            <a:xfrm>
              <a:off x="594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2" name="타원 271">
              <a:extLst>
                <a:ext uri="{FF2B5EF4-FFF2-40B4-BE49-F238E27FC236}">
                  <a16:creationId xmlns:a16="http://schemas.microsoft.com/office/drawing/2014/main" id="{DDEF1F0B-F1B6-757C-B545-6C1729DC0B12}"/>
                </a:ext>
              </a:extLst>
            </p:cNvPr>
            <p:cNvSpPr/>
            <p:nvPr/>
          </p:nvSpPr>
          <p:spPr>
            <a:xfrm>
              <a:off x="612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3" name="타원 272">
              <a:extLst>
                <a:ext uri="{FF2B5EF4-FFF2-40B4-BE49-F238E27FC236}">
                  <a16:creationId xmlns:a16="http://schemas.microsoft.com/office/drawing/2014/main" id="{1C7A12C0-59A4-632C-D16A-AFE24643849D}"/>
                </a:ext>
              </a:extLst>
            </p:cNvPr>
            <p:cNvSpPr/>
            <p:nvPr/>
          </p:nvSpPr>
          <p:spPr>
            <a:xfrm>
              <a:off x="612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0" name="타원 269">
              <a:extLst>
                <a:ext uri="{FF2B5EF4-FFF2-40B4-BE49-F238E27FC236}">
                  <a16:creationId xmlns:a16="http://schemas.microsoft.com/office/drawing/2014/main" id="{FC9847CB-9980-512F-FB93-490529DA06EA}"/>
                </a:ext>
              </a:extLst>
            </p:cNvPr>
            <p:cNvSpPr/>
            <p:nvPr/>
          </p:nvSpPr>
          <p:spPr>
            <a:xfrm>
              <a:off x="612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1" name="타원 270">
              <a:extLst>
                <a:ext uri="{FF2B5EF4-FFF2-40B4-BE49-F238E27FC236}">
                  <a16:creationId xmlns:a16="http://schemas.microsoft.com/office/drawing/2014/main" id="{3856FFB1-3168-7699-8A79-C33DB1234D0F}"/>
                </a:ext>
              </a:extLst>
            </p:cNvPr>
            <p:cNvSpPr/>
            <p:nvPr/>
          </p:nvSpPr>
          <p:spPr>
            <a:xfrm>
              <a:off x="612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8" name="타원 267">
              <a:extLst>
                <a:ext uri="{FF2B5EF4-FFF2-40B4-BE49-F238E27FC236}">
                  <a16:creationId xmlns:a16="http://schemas.microsoft.com/office/drawing/2014/main" id="{81063957-84DB-5A43-BB01-8BF45D0F8F85}"/>
                </a:ext>
              </a:extLst>
            </p:cNvPr>
            <p:cNvSpPr/>
            <p:nvPr/>
          </p:nvSpPr>
          <p:spPr>
            <a:xfrm>
              <a:off x="612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9" name="타원 268">
              <a:extLst>
                <a:ext uri="{FF2B5EF4-FFF2-40B4-BE49-F238E27FC236}">
                  <a16:creationId xmlns:a16="http://schemas.microsoft.com/office/drawing/2014/main" id="{845B127C-3CA2-9A61-D381-CBF83F8C08C0}"/>
                </a:ext>
              </a:extLst>
            </p:cNvPr>
            <p:cNvSpPr/>
            <p:nvPr/>
          </p:nvSpPr>
          <p:spPr>
            <a:xfrm>
              <a:off x="612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6" name="타원 265">
              <a:extLst>
                <a:ext uri="{FF2B5EF4-FFF2-40B4-BE49-F238E27FC236}">
                  <a16:creationId xmlns:a16="http://schemas.microsoft.com/office/drawing/2014/main" id="{B51BD94C-DE3F-0A9A-23B7-CF0F918E9295}"/>
                </a:ext>
              </a:extLst>
            </p:cNvPr>
            <p:cNvSpPr/>
            <p:nvPr/>
          </p:nvSpPr>
          <p:spPr>
            <a:xfrm>
              <a:off x="612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7" name="타원 266">
              <a:extLst>
                <a:ext uri="{FF2B5EF4-FFF2-40B4-BE49-F238E27FC236}">
                  <a16:creationId xmlns:a16="http://schemas.microsoft.com/office/drawing/2014/main" id="{2DEFE631-5D61-A886-B7E9-CC73C0D2196E}"/>
                </a:ext>
              </a:extLst>
            </p:cNvPr>
            <p:cNvSpPr/>
            <p:nvPr/>
          </p:nvSpPr>
          <p:spPr>
            <a:xfrm>
              <a:off x="612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2" name="타원 261">
              <a:extLst>
                <a:ext uri="{FF2B5EF4-FFF2-40B4-BE49-F238E27FC236}">
                  <a16:creationId xmlns:a16="http://schemas.microsoft.com/office/drawing/2014/main" id="{6AFB1C6D-9D9B-DB3E-FC3E-BA8BCBF4AC64}"/>
                </a:ext>
              </a:extLst>
            </p:cNvPr>
            <p:cNvSpPr/>
            <p:nvPr/>
          </p:nvSpPr>
          <p:spPr>
            <a:xfrm>
              <a:off x="612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3" name="타원 262">
              <a:extLst>
                <a:ext uri="{FF2B5EF4-FFF2-40B4-BE49-F238E27FC236}">
                  <a16:creationId xmlns:a16="http://schemas.microsoft.com/office/drawing/2014/main" id="{9E3C280E-F216-C4C7-3BAB-AAB410E7455A}"/>
                </a:ext>
              </a:extLst>
            </p:cNvPr>
            <p:cNvSpPr/>
            <p:nvPr/>
          </p:nvSpPr>
          <p:spPr>
            <a:xfrm>
              <a:off x="612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0" name="타원 259">
              <a:extLst>
                <a:ext uri="{FF2B5EF4-FFF2-40B4-BE49-F238E27FC236}">
                  <a16:creationId xmlns:a16="http://schemas.microsoft.com/office/drawing/2014/main" id="{765AF1F4-4193-0AC2-2A68-93781BB5AF7F}"/>
                </a:ext>
              </a:extLst>
            </p:cNvPr>
            <p:cNvSpPr/>
            <p:nvPr/>
          </p:nvSpPr>
          <p:spPr>
            <a:xfrm>
              <a:off x="630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1" name="타원 260">
              <a:extLst>
                <a:ext uri="{FF2B5EF4-FFF2-40B4-BE49-F238E27FC236}">
                  <a16:creationId xmlns:a16="http://schemas.microsoft.com/office/drawing/2014/main" id="{CAA8799A-1B18-DA71-477A-49F7F18F4043}"/>
                </a:ext>
              </a:extLst>
            </p:cNvPr>
            <p:cNvSpPr/>
            <p:nvPr/>
          </p:nvSpPr>
          <p:spPr>
            <a:xfrm>
              <a:off x="630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8" name="타원 257">
              <a:extLst>
                <a:ext uri="{FF2B5EF4-FFF2-40B4-BE49-F238E27FC236}">
                  <a16:creationId xmlns:a16="http://schemas.microsoft.com/office/drawing/2014/main" id="{4150FF6C-7B65-9C3C-3612-EA7A91BA5E98}"/>
                </a:ext>
              </a:extLst>
            </p:cNvPr>
            <p:cNvSpPr/>
            <p:nvPr/>
          </p:nvSpPr>
          <p:spPr>
            <a:xfrm>
              <a:off x="630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9" name="타원 258">
              <a:extLst>
                <a:ext uri="{FF2B5EF4-FFF2-40B4-BE49-F238E27FC236}">
                  <a16:creationId xmlns:a16="http://schemas.microsoft.com/office/drawing/2014/main" id="{B0D3CC6F-35A7-886A-6B1B-587D1A72127A}"/>
                </a:ext>
              </a:extLst>
            </p:cNvPr>
            <p:cNvSpPr/>
            <p:nvPr/>
          </p:nvSpPr>
          <p:spPr>
            <a:xfrm>
              <a:off x="630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6" name="타원 255">
              <a:extLst>
                <a:ext uri="{FF2B5EF4-FFF2-40B4-BE49-F238E27FC236}">
                  <a16:creationId xmlns:a16="http://schemas.microsoft.com/office/drawing/2014/main" id="{B1672AEB-7C78-292D-37C9-E54A9AC27F96}"/>
                </a:ext>
              </a:extLst>
            </p:cNvPr>
            <p:cNvSpPr/>
            <p:nvPr/>
          </p:nvSpPr>
          <p:spPr>
            <a:xfrm>
              <a:off x="630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7" name="타원 256">
              <a:extLst>
                <a:ext uri="{FF2B5EF4-FFF2-40B4-BE49-F238E27FC236}">
                  <a16:creationId xmlns:a16="http://schemas.microsoft.com/office/drawing/2014/main" id="{35083000-6A0C-C6BF-75AD-BB47DE4A3985}"/>
                </a:ext>
              </a:extLst>
            </p:cNvPr>
            <p:cNvSpPr/>
            <p:nvPr/>
          </p:nvSpPr>
          <p:spPr>
            <a:xfrm>
              <a:off x="630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4" name="타원 253">
              <a:extLst>
                <a:ext uri="{FF2B5EF4-FFF2-40B4-BE49-F238E27FC236}">
                  <a16:creationId xmlns:a16="http://schemas.microsoft.com/office/drawing/2014/main" id="{23E8117B-F109-46B8-1E2B-0A563B0327B3}"/>
                </a:ext>
              </a:extLst>
            </p:cNvPr>
            <p:cNvSpPr/>
            <p:nvPr/>
          </p:nvSpPr>
          <p:spPr>
            <a:xfrm>
              <a:off x="630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5" name="타원 254">
              <a:extLst>
                <a:ext uri="{FF2B5EF4-FFF2-40B4-BE49-F238E27FC236}">
                  <a16:creationId xmlns:a16="http://schemas.microsoft.com/office/drawing/2014/main" id="{8367611E-AB81-968D-4F21-C66DD75B90EC}"/>
                </a:ext>
              </a:extLst>
            </p:cNvPr>
            <p:cNvSpPr/>
            <p:nvPr/>
          </p:nvSpPr>
          <p:spPr>
            <a:xfrm>
              <a:off x="630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0" name="타원 249">
              <a:extLst>
                <a:ext uri="{FF2B5EF4-FFF2-40B4-BE49-F238E27FC236}">
                  <a16:creationId xmlns:a16="http://schemas.microsoft.com/office/drawing/2014/main" id="{1259FDEA-FD50-5266-7D93-535C582B97A9}"/>
                </a:ext>
              </a:extLst>
            </p:cNvPr>
            <p:cNvSpPr/>
            <p:nvPr/>
          </p:nvSpPr>
          <p:spPr>
            <a:xfrm>
              <a:off x="630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1" name="타원 250">
              <a:extLst>
                <a:ext uri="{FF2B5EF4-FFF2-40B4-BE49-F238E27FC236}">
                  <a16:creationId xmlns:a16="http://schemas.microsoft.com/office/drawing/2014/main" id="{8D811C12-B8BC-0235-E440-C4DA19862E8D}"/>
                </a:ext>
              </a:extLst>
            </p:cNvPr>
            <p:cNvSpPr/>
            <p:nvPr/>
          </p:nvSpPr>
          <p:spPr>
            <a:xfrm>
              <a:off x="630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4" name="타원 243">
              <a:extLst>
                <a:ext uri="{FF2B5EF4-FFF2-40B4-BE49-F238E27FC236}">
                  <a16:creationId xmlns:a16="http://schemas.microsoft.com/office/drawing/2014/main" id="{12E1BBAF-0893-978F-7A19-D2D4C933C1F8}"/>
                </a:ext>
              </a:extLst>
            </p:cNvPr>
            <p:cNvSpPr/>
            <p:nvPr/>
          </p:nvSpPr>
          <p:spPr>
            <a:xfrm>
              <a:off x="648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5" name="타원 244">
              <a:extLst>
                <a:ext uri="{FF2B5EF4-FFF2-40B4-BE49-F238E27FC236}">
                  <a16:creationId xmlns:a16="http://schemas.microsoft.com/office/drawing/2014/main" id="{D45F47B4-AE18-76E2-4835-F5A887F89501}"/>
                </a:ext>
              </a:extLst>
            </p:cNvPr>
            <p:cNvSpPr/>
            <p:nvPr/>
          </p:nvSpPr>
          <p:spPr>
            <a:xfrm>
              <a:off x="648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2" name="타원 241">
              <a:extLst>
                <a:ext uri="{FF2B5EF4-FFF2-40B4-BE49-F238E27FC236}">
                  <a16:creationId xmlns:a16="http://schemas.microsoft.com/office/drawing/2014/main" id="{1D26F942-5560-AA62-7F4F-23634F3DD80B}"/>
                </a:ext>
              </a:extLst>
            </p:cNvPr>
            <p:cNvSpPr/>
            <p:nvPr/>
          </p:nvSpPr>
          <p:spPr>
            <a:xfrm>
              <a:off x="648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3" name="타원 242">
              <a:extLst>
                <a:ext uri="{FF2B5EF4-FFF2-40B4-BE49-F238E27FC236}">
                  <a16:creationId xmlns:a16="http://schemas.microsoft.com/office/drawing/2014/main" id="{93478295-A79B-01CF-54CF-9B6176C75E46}"/>
                </a:ext>
              </a:extLst>
            </p:cNvPr>
            <p:cNvSpPr/>
            <p:nvPr/>
          </p:nvSpPr>
          <p:spPr>
            <a:xfrm>
              <a:off x="648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618C7BF1-FFE2-20FE-84A6-3B6B95030BCC}"/>
                </a:ext>
              </a:extLst>
            </p:cNvPr>
            <p:cNvSpPr/>
            <p:nvPr/>
          </p:nvSpPr>
          <p:spPr>
            <a:xfrm>
              <a:off x="648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1" name="타원 240">
              <a:extLst>
                <a:ext uri="{FF2B5EF4-FFF2-40B4-BE49-F238E27FC236}">
                  <a16:creationId xmlns:a16="http://schemas.microsoft.com/office/drawing/2014/main" id="{2626C40A-2EB4-F299-037E-AD21D08A7531}"/>
                </a:ext>
              </a:extLst>
            </p:cNvPr>
            <p:cNvSpPr/>
            <p:nvPr/>
          </p:nvSpPr>
          <p:spPr>
            <a:xfrm>
              <a:off x="648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80F0A52A-E4CA-7AA1-58FC-90FFE9F15DA4}"/>
                </a:ext>
              </a:extLst>
            </p:cNvPr>
            <p:cNvSpPr/>
            <p:nvPr/>
          </p:nvSpPr>
          <p:spPr>
            <a:xfrm>
              <a:off x="648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9" name="타원 238">
              <a:extLst>
                <a:ext uri="{FF2B5EF4-FFF2-40B4-BE49-F238E27FC236}">
                  <a16:creationId xmlns:a16="http://schemas.microsoft.com/office/drawing/2014/main" id="{A84D82AF-C014-364B-8E9A-260FF096F9A7}"/>
                </a:ext>
              </a:extLst>
            </p:cNvPr>
            <p:cNvSpPr/>
            <p:nvPr/>
          </p:nvSpPr>
          <p:spPr>
            <a:xfrm>
              <a:off x="648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4" name="타원 233">
              <a:extLst>
                <a:ext uri="{FF2B5EF4-FFF2-40B4-BE49-F238E27FC236}">
                  <a16:creationId xmlns:a16="http://schemas.microsoft.com/office/drawing/2014/main" id="{493372C6-BE58-0F09-ADA0-1529B002D52C}"/>
                </a:ext>
              </a:extLst>
            </p:cNvPr>
            <p:cNvSpPr/>
            <p:nvPr/>
          </p:nvSpPr>
          <p:spPr>
            <a:xfrm>
              <a:off x="648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5" name="타원 234">
              <a:extLst>
                <a:ext uri="{FF2B5EF4-FFF2-40B4-BE49-F238E27FC236}">
                  <a16:creationId xmlns:a16="http://schemas.microsoft.com/office/drawing/2014/main" id="{39DC5351-1FAC-D6F5-B6B7-86C2946A6846}"/>
                </a:ext>
              </a:extLst>
            </p:cNvPr>
            <p:cNvSpPr/>
            <p:nvPr/>
          </p:nvSpPr>
          <p:spPr>
            <a:xfrm>
              <a:off x="648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2" name="타원 231">
              <a:extLst>
                <a:ext uri="{FF2B5EF4-FFF2-40B4-BE49-F238E27FC236}">
                  <a16:creationId xmlns:a16="http://schemas.microsoft.com/office/drawing/2014/main" id="{23C296AF-C80B-2EC5-60CB-361C2EC8DE56}"/>
                </a:ext>
              </a:extLst>
            </p:cNvPr>
            <p:cNvSpPr/>
            <p:nvPr/>
          </p:nvSpPr>
          <p:spPr>
            <a:xfrm>
              <a:off x="666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3" name="타원 232">
              <a:extLst>
                <a:ext uri="{FF2B5EF4-FFF2-40B4-BE49-F238E27FC236}">
                  <a16:creationId xmlns:a16="http://schemas.microsoft.com/office/drawing/2014/main" id="{462625DB-A1FC-27A3-D034-AD8F2144AF5D}"/>
                </a:ext>
              </a:extLst>
            </p:cNvPr>
            <p:cNvSpPr/>
            <p:nvPr/>
          </p:nvSpPr>
          <p:spPr>
            <a:xfrm>
              <a:off x="666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0" name="타원 229">
              <a:extLst>
                <a:ext uri="{FF2B5EF4-FFF2-40B4-BE49-F238E27FC236}">
                  <a16:creationId xmlns:a16="http://schemas.microsoft.com/office/drawing/2014/main" id="{BB7AFD3B-CDCD-70C3-E8CC-BB4C58A60998}"/>
                </a:ext>
              </a:extLst>
            </p:cNvPr>
            <p:cNvSpPr/>
            <p:nvPr/>
          </p:nvSpPr>
          <p:spPr>
            <a:xfrm>
              <a:off x="666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1" name="타원 230">
              <a:extLst>
                <a:ext uri="{FF2B5EF4-FFF2-40B4-BE49-F238E27FC236}">
                  <a16:creationId xmlns:a16="http://schemas.microsoft.com/office/drawing/2014/main" id="{038965E5-DE7C-2159-A8E6-D18383564397}"/>
                </a:ext>
              </a:extLst>
            </p:cNvPr>
            <p:cNvSpPr/>
            <p:nvPr/>
          </p:nvSpPr>
          <p:spPr>
            <a:xfrm>
              <a:off x="666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8" name="타원 227">
              <a:extLst>
                <a:ext uri="{FF2B5EF4-FFF2-40B4-BE49-F238E27FC236}">
                  <a16:creationId xmlns:a16="http://schemas.microsoft.com/office/drawing/2014/main" id="{A75E3968-688A-3F4B-2683-EE511D59B0C4}"/>
                </a:ext>
              </a:extLst>
            </p:cNvPr>
            <p:cNvSpPr/>
            <p:nvPr/>
          </p:nvSpPr>
          <p:spPr>
            <a:xfrm>
              <a:off x="666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9" name="타원 228">
              <a:extLst>
                <a:ext uri="{FF2B5EF4-FFF2-40B4-BE49-F238E27FC236}">
                  <a16:creationId xmlns:a16="http://schemas.microsoft.com/office/drawing/2014/main" id="{4C71336D-FFC1-4343-DC43-52A69CD6D284}"/>
                </a:ext>
              </a:extLst>
            </p:cNvPr>
            <p:cNvSpPr/>
            <p:nvPr/>
          </p:nvSpPr>
          <p:spPr>
            <a:xfrm>
              <a:off x="666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6" name="타원 225">
              <a:extLst>
                <a:ext uri="{FF2B5EF4-FFF2-40B4-BE49-F238E27FC236}">
                  <a16:creationId xmlns:a16="http://schemas.microsoft.com/office/drawing/2014/main" id="{5DBD4426-C2CD-AB67-D099-03CEB05D2BED}"/>
                </a:ext>
              </a:extLst>
            </p:cNvPr>
            <p:cNvSpPr/>
            <p:nvPr/>
          </p:nvSpPr>
          <p:spPr>
            <a:xfrm>
              <a:off x="666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7" name="타원 226">
              <a:extLst>
                <a:ext uri="{FF2B5EF4-FFF2-40B4-BE49-F238E27FC236}">
                  <a16:creationId xmlns:a16="http://schemas.microsoft.com/office/drawing/2014/main" id="{3BD32388-F3EB-12C1-AB32-EC417448E99F}"/>
                </a:ext>
              </a:extLst>
            </p:cNvPr>
            <p:cNvSpPr/>
            <p:nvPr/>
          </p:nvSpPr>
          <p:spPr>
            <a:xfrm>
              <a:off x="666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2" name="타원 221">
              <a:extLst>
                <a:ext uri="{FF2B5EF4-FFF2-40B4-BE49-F238E27FC236}">
                  <a16:creationId xmlns:a16="http://schemas.microsoft.com/office/drawing/2014/main" id="{30CFFAD9-015F-4B06-DB6E-EFAAEC1F362D}"/>
                </a:ext>
              </a:extLst>
            </p:cNvPr>
            <p:cNvSpPr/>
            <p:nvPr/>
          </p:nvSpPr>
          <p:spPr>
            <a:xfrm>
              <a:off x="666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3" name="타원 222">
              <a:extLst>
                <a:ext uri="{FF2B5EF4-FFF2-40B4-BE49-F238E27FC236}">
                  <a16:creationId xmlns:a16="http://schemas.microsoft.com/office/drawing/2014/main" id="{CB8FB7EF-39E8-3EBE-5C77-5442247F929E}"/>
                </a:ext>
              </a:extLst>
            </p:cNvPr>
            <p:cNvSpPr/>
            <p:nvPr/>
          </p:nvSpPr>
          <p:spPr>
            <a:xfrm>
              <a:off x="666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9" name="타원 408">
              <a:extLst>
                <a:ext uri="{FF2B5EF4-FFF2-40B4-BE49-F238E27FC236}">
                  <a16:creationId xmlns:a16="http://schemas.microsoft.com/office/drawing/2014/main" id="{0D7ABFD1-0AED-9F6F-7DF5-261953CA1C33}"/>
                </a:ext>
              </a:extLst>
            </p:cNvPr>
            <p:cNvSpPr/>
            <p:nvPr/>
          </p:nvSpPr>
          <p:spPr>
            <a:xfrm>
              <a:off x="684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10" name="타원 409">
              <a:extLst>
                <a:ext uri="{FF2B5EF4-FFF2-40B4-BE49-F238E27FC236}">
                  <a16:creationId xmlns:a16="http://schemas.microsoft.com/office/drawing/2014/main" id="{6EA58DF1-57E1-F98E-51AB-ECF6EAB3023E}"/>
                </a:ext>
              </a:extLst>
            </p:cNvPr>
            <p:cNvSpPr/>
            <p:nvPr/>
          </p:nvSpPr>
          <p:spPr>
            <a:xfrm>
              <a:off x="684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7" name="타원 406">
              <a:extLst>
                <a:ext uri="{FF2B5EF4-FFF2-40B4-BE49-F238E27FC236}">
                  <a16:creationId xmlns:a16="http://schemas.microsoft.com/office/drawing/2014/main" id="{3BF4D0E6-7598-8335-262D-B80362AB8BC8}"/>
                </a:ext>
              </a:extLst>
            </p:cNvPr>
            <p:cNvSpPr/>
            <p:nvPr/>
          </p:nvSpPr>
          <p:spPr>
            <a:xfrm>
              <a:off x="684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8" name="타원 407">
              <a:extLst>
                <a:ext uri="{FF2B5EF4-FFF2-40B4-BE49-F238E27FC236}">
                  <a16:creationId xmlns:a16="http://schemas.microsoft.com/office/drawing/2014/main" id="{D8D75FCB-AC6E-04CD-4A13-97DCDD8263EB}"/>
                </a:ext>
              </a:extLst>
            </p:cNvPr>
            <p:cNvSpPr/>
            <p:nvPr/>
          </p:nvSpPr>
          <p:spPr>
            <a:xfrm>
              <a:off x="684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5" name="타원 404">
              <a:extLst>
                <a:ext uri="{FF2B5EF4-FFF2-40B4-BE49-F238E27FC236}">
                  <a16:creationId xmlns:a16="http://schemas.microsoft.com/office/drawing/2014/main" id="{FD397E37-6199-8179-6AEE-B940621C5DF6}"/>
                </a:ext>
              </a:extLst>
            </p:cNvPr>
            <p:cNvSpPr/>
            <p:nvPr/>
          </p:nvSpPr>
          <p:spPr>
            <a:xfrm>
              <a:off x="684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6" name="타원 405">
              <a:extLst>
                <a:ext uri="{FF2B5EF4-FFF2-40B4-BE49-F238E27FC236}">
                  <a16:creationId xmlns:a16="http://schemas.microsoft.com/office/drawing/2014/main" id="{2FE1A0A3-4CA3-CA48-A79A-ED104924D395}"/>
                </a:ext>
              </a:extLst>
            </p:cNvPr>
            <p:cNvSpPr/>
            <p:nvPr/>
          </p:nvSpPr>
          <p:spPr>
            <a:xfrm>
              <a:off x="684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3" name="타원 402">
              <a:extLst>
                <a:ext uri="{FF2B5EF4-FFF2-40B4-BE49-F238E27FC236}">
                  <a16:creationId xmlns:a16="http://schemas.microsoft.com/office/drawing/2014/main" id="{F623FB0C-A0A6-9B87-C6E2-FFA6E9045E46}"/>
                </a:ext>
              </a:extLst>
            </p:cNvPr>
            <p:cNvSpPr/>
            <p:nvPr/>
          </p:nvSpPr>
          <p:spPr>
            <a:xfrm>
              <a:off x="684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4" name="타원 403">
              <a:extLst>
                <a:ext uri="{FF2B5EF4-FFF2-40B4-BE49-F238E27FC236}">
                  <a16:creationId xmlns:a16="http://schemas.microsoft.com/office/drawing/2014/main" id="{52F9FE9C-9997-A44E-0705-977C74A4C975}"/>
                </a:ext>
              </a:extLst>
            </p:cNvPr>
            <p:cNvSpPr/>
            <p:nvPr/>
          </p:nvSpPr>
          <p:spPr>
            <a:xfrm>
              <a:off x="684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9" name="타원 398">
              <a:extLst>
                <a:ext uri="{FF2B5EF4-FFF2-40B4-BE49-F238E27FC236}">
                  <a16:creationId xmlns:a16="http://schemas.microsoft.com/office/drawing/2014/main" id="{B789E21A-9429-40AE-BF30-16C36E813E9E}"/>
                </a:ext>
              </a:extLst>
            </p:cNvPr>
            <p:cNvSpPr/>
            <p:nvPr/>
          </p:nvSpPr>
          <p:spPr>
            <a:xfrm>
              <a:off x="684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0" name="타원 399">
              <a:extLst>
                <a:ext uri="{FF2B5EF4-FFF2-40B4-BE49-F238E27FC236}">
                  <a16:creationId xmlns:a16="http://schemas.microsoft.com/office/drawing/2014/main" id="{9EA65B56-632E-2D16-93A0-7573394C1FF8}"/>
                </a:ext>
              </a:extLst>
            </p:cNvPr>
            <p:cNvSpPr/>
            <p:nvPr/>
          </p:nvSpPr>
          <p:spPr>
            <a:xfrm>
              <a:off x="684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7" name="타원 396">
              <a:extLst>
                <a:ext uri="{FF2B5EF4-FFF2-40B4-BE49-F238E27FC236}">
                  <a16:creationId xmlns:a16="http://schemas.microsoft.com/office/drawing/2014/main" id="{720B0034-5A09-67AC-F412-3A4523DED58B}"/>
                </a:ext>
              </a:extLst>
            </p:cNvPr>
            <p:cNvSpPr/>
            <p:nvPr/>
          </p:nvSpPr>
          <p:spPr>
            <a:xfrm>
              <a:off x="702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8" name="타원 397">
              <a:extLst>
                <a:ext uri="{FF2B5EF4-FFF2-40B4-BE49-F238E27FC236}">
                  <a16:creationId xmlns:a16="http://schemas.microsoft.com/office/drawing/2014/main" id="{7A7BF07B-B9AB-ED41-F8DB-FC0DF2EFF013}"/>
                </a:ext>
              </a:extLst>
            </p:cNvPr>
            <p:cNvSpPr/>
            <p:nvPr/>
          </p:nvSpPr>
          <p:spPr>
            <a:xfrm>
              <a:off x="702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5" name="타원 394">
              <a:extLst>
                <a:ext uri="{FF2B5EF4-FFF2-40B4-BE49-F238E27FC236}">
                  <a16:creationId xmlns:a16="http://schemas.microsoft.com/office/drawing/2014/main" id="{9742F115-3432-1668-ADEC-AE12D8B58A02}"/>
                </a:ext>
              </a:extLst>
            </p:cNvPr>
            <p:cNvSpPr/>
            <p:nvPr/>
          </p:nvSpPr>
          <p:spPr>
            <a:xfrm>
              <a:off x="702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6" name="타원 395">
              <a:extLst>
                <a:ext uri="{FF2B5EF4-FFF2-40B4-BE49-F238E27FC236}">
                  <a16:creationId xmlns:a16="http://schemas.microsoft.com/office/drawing/2014/main" id="{B847E9A2-B463-3CCF-B657-CEE3D1FB683A}"/>
                </a:ext>
              </a:extLst>
            </p:cNvPr>
            <p:cNvSpPr/>
            <p:nvPr/>
          </p:nvSpPr>
          <p:spPr>
            <a:xfrm>
              <a:off x="702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3" name="타원 392">
              <a:extLst>
                <a:ext uri="{FF2B5EF4-FFF2-40B4-BE49-F238E27FC236}">
                  <a16:creationId xmlns:a16="http://schemas.microsoft.com/office/drawing/2014/main" id="{86422D9B-E5D6-793E-5BC8-0C6A6CD3A9DB}"/>
                </a:ext>
              </a:extLst>
            </p:cNvPr>
            <p:cNvSpPr/>
            <p:nvPr/>
          </p:nvSpPr>
          <p:spPr>
            <a:xfrm>
              <a:off x="702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4" name="타원 393">
              <a:extLst>
                <a:ext uri="{FF2B5EF4-FFF2-40B4-BE49-F238E27FC236}">
                  <a16:creationId xmlns:a16="http://schemas.microsoft.com/office/drawing/2014/main" id="{79937765-814D-9167-9942-3D4C1E227715}"/>
                </a:ext>
              </a:extLst>
            </p:cNvPr>
            <p:cNvSpPr/>
            <p:nvPr/>
          </p:nvSpPr>
          <p:spPr>
            <a:xfrm>
              <a:off x="702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1" name="타원 390">
              <a:extLst>
                <a:ext uri="{FF2B5EF4-FFF2-40B4-BE49-F238E27FC236}">
                  <a16:creationId xmlns:a16="http://schemas.microsoft.com/office/drawing/2014/main" id="{A65E6DEB-DDF5-6221-2432-037D6CC5BB37}"/>
                </a:ext>
              </a:extLst>
            </p:cNvPr>
            <p:cNvSpPr/>
            <p:nvPr/>
          </p:nvSpPr>
          <p:spPr>
            <a:xfrm>
              <a:off x="702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2" name="타원 391">
              <a:extLst>
                <a:ext uri="{FF2B5EF4-FFF2-40B4-BE49-F238E27FC236}">
                  <a16:creationId xmlns:a16="http://schemas.microsoft.com/office/drawing/2014/main" id="{1BEAB318-B327-D9F6-51E5-1A6E71BA47D8}"/>
                </a:ext>
              </a:extLst>
            </p:cNvPr>
            <p:cNvSpPr/>
            <p:nvPr/>
          </p:nvSpPr>
          <p:spPr>
            <a:xfrm>
              <a:off x="702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7" name="타원 386">
              <a:extLst>
                <a:ext uri="{FF2B5EF4-FFF2-40B4-BE49-F238E27FC236}">
                  <a16:creationId xmlns:a16="http://schemas.microsoft.com/office/drawing/2014/main" id="{4ED9EBF0-E513-C34A-F388-BF702C66C158}"/>
                </a:ext>
              </a:extLst>
            </p:cNvPr>
            <p:cNvSpPr/>
            <p:nvPr/>
          </p:nvSpPr>
          <p:spPr>
            <a:xfrm>
              <a:off x="702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8" name="타원 387">
              <a:extLst>
                <a:ext uri="{FF2B5EF4-FFF2-40B4-BE49-F238E27FC236}">
                  <a16:creationId xmlns:a16="http://schemas.microsoft.com/office/drawing/2014/main" id="{216977BE-583C-BAA9-F2C5-4DEBF8C7D9D6}"/>
                </a:ext>
              </a:extLst>
            </p:cNvPr>
            <p:cNvSpPr/>
            <p:nvPr/>
          </p:nvSpPr>
          <p:spPr>
            <a:xfrm>
              <a:off x="702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1" name="타원 380">
              <a:extLst>
                <a:ext uri="{FF2B5EF4-FFF2-40B4-BE49-F238E27FC236}">
                  <a16:creationId xmlns:a16="http://schemas.microsoft.com/office/drawing/2014/main" id="{26DA4826-7DD5-E40B-0990-C044AC797CA2}"/>
                </a:ext>
              </a:extLst>
            </p:cNvPr>
            <p:cNvSpPr/>
            <p:nvPr/>
          </p:nvSpPr>
          <p:spPr>
            <a:xfrm>
              <a:off x="720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2" name="타원 381">
              <a:extLst>
                <a:ext uri="{FF2B5EF4-FFF2-40B4-BE49-F238E27FC236}">
                  <a16:creationId xmlns:a16="http://schemas.microsoft.com/office/drawing/2014/main" id="{A7C9E852-6A9F-24E3-B8FA-725A5489F75D}"/>
                </a:ext>
              </a:extLst>
            </p:cNvPr>
            <p:cNvSpPr/>
            <p:nvPr/>
          </p:nvSpPr>
          <p:spPr>
            <a:xfrm>
              <a:off x="720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9" name="타원 378">
              <a:extLst>
                <a:ext uri="{FF2B5EF4-FFF2-40B4-BE49-F238E27FC236}">
                  <a16:creationId xmlns:a16="http://schemas.microsoft.com/office/drawing/2014/main" id="{716BA237-0DBF-D6EA-9123-43D8B4700D4A}"/>
                </a:ext>
              </a:extLst>
            </p:cNvPr>
            <p:cNvSpPr/>
            <p:nvPr/>
          </p:nvSpPr>
          <p:spPr>
            <a:xfrm>
              <a:off x="720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0" name="타원 379">
              <a:extLst>
                <a:ext uri="{FF2B5EF4-FFF2-40B4-BE49-F238E27FC236}">
                  <a16:creationId xmlns:a16="http://schemas.microsoft.com/office/drawing/2014/main" id="{C26EBD0A-F8EB-F33E-7E51-668F60825C36}"/>
                </a:ext>
              </a:extLst>
            </p:cNvPr>
            <p:cNvSpPr/>
            <p:nvPr/>
          </p:nvSpPr>
          <p:spPr>
            <a:xfrm>
              <a:off x="720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7" name="타원 376">
              <a:extLst>
                <a:ext uri="{FF2B5EF4-FFF2-40B4-BE49-F238E27FC236}">
                  <a16:creationId xmlns:a16="http://schemas.microsoft.com/office/drawing/2014/main" id="{2A43F1B8-9CC3-6E14-5F09-EECAC9B7C401}"/>
                </a:ext>
              </a:extLst>
            </p:cNvPr>
            <p:cNvSpPr/>
            <p:nvPr/>
          </p:nvSpPr>
          <p:spPr>
            <a:xfrm>
              <a:off x="720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8" name="타원 377">
              <a:extLst>
                <a:ext uri="{FF2B5EF4-FFF2-40B4-BE49-F238E27FC236}">
                  <a16:creationId xmlns:a16="http://schemas.microsoft.com/office/drawing/2014/main" id="{4BA2212D-B85D-B2F1-8293-B81618DCD1EA}"/>
                </a:ext>
              </a:extLst>
            </p:cNvPr>
            <p:cNvSpPr/>
            <p:nvPr/>
          </p:nvSpPr>
          <p:spPr>
            <a:xfrm>
              <a:off x="720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5" name="타원 374">
              <a:extLst>
                <a:ext uri="{FF2B5EF4-FFF2-40B4-BE49-F238E27FC236}">
                  <a16:creationId xmlns:a16="http://schemas.microsoft.com/office/drawing/2014/main" id="{969C35F8-750D-81CA-F598-968C429BE347}"/>
                </a:ext>
              </a:extLst>
            </p:cNvPr>
            <p:cNvSpPr/>
            <p:nvPr/>
          </p:nvSpPr>
          <p:spPr>
            <a:xfrm>
              <a:off x="720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6" name="타원 375">
              <a:extLst>
                <a:ext uri="{FF2B5EF4-FFF2-40B4-BE49-F238E27FC236}">
                  <a16:creationId xmlns:a16="http://schemas.microsoft.com/office/drawing/2014/main" id="{21CE4D71-00CC-69FA-0028-092D72672A51}"/>
                </a:ext>
              </a:extLst>
            </p:cNvPr>
            <p:cNvSpPr/>
            <p:nvPr/>
          </p:nvSpPr>
          <p:spPr>
            <a:xfrm>
              <a:off x="720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1" name="타원 370">
              <a:extLst>
                <a:ext uri="{FF2B5EF4-FFF2-40B4-BE49-F238E27FC236}">
                  <a16:creationId xmlns:a16="http://schemas.microsoft.com/office/drawing/2014/main" id="{4C3B4101-E783-186F-4BF0-AA478D464C50}"/>
                </a:ext>
              </a:extLst>
            </p:cNvPr>
            <p:cNvSpPr/>
            <p:nvPr/>
          </p:nvSpPr>
          <p:spPr>
            <a:xfrm>
              <a:off x="720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2" name="타원 371">
              <a:extLst>
                <a:ext uri="{FF2B5EF4-FFF2-40B4-BE49-F238E27FC236}">
                  <a16:creationId xmlns:a16="http://schemas.microsoft.com/office/drawing/2014/main" id="{B432F81E-926D-4689-A7C7-912B1CC5778C}"/>
                </a:ext>
              </a:extLst>
            </p:cNvPr>
            <p:cNvSpPr/>
            <p:nvPr/>
          </p:nvSpPr>
          <p:spPr>
            <a:xfrm>
              <a:off x="720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9" name="타원 368">
              <a:extLst>
                <a:ext uri="{FF2B5EF4-FFF2-40B4-BE49-F238E27FC236}">
                  <a16:creationId xmlns:a16="http://schemas.microsoft.com/office/drawing/2014/main" id="{65E45DCC-553C-5D82-DC96-4CF679FADC95}"/>
                </a:ext>
              </a:extLst>
            </p:cNvPr>
            <p:cNvSpPr/>
            <p:nvPr/>
          </p:nvSpPr>
          <p:spPr>
            <a:xfrm>
              <a:off x="738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0" name="타원 369">
              <a:extLst>
                <a:ext uri="{FF2B5EF4-FFF2-40B4-BE49-F238E27FC236}">
                  <a16:creationId xmlns:a16="http://schemas.microsoft.com/office/drawing/2014/main" id="{85414BAE-7F65-6507-919C-2F23A9900AE6}"/>
                </a:ext>
              </a:extLst>
            </p:cNvPr>
            <p:cNvSpPr/>
            <p:nvPr/>
          </p:nvSpPr>
          <p:spPr>
            <a:xfrm>
              <a:off x="738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7" name="타원 366">
              <a:extLst>
                <a:ext uri="{FF2B5EF4-FFF2-40B4-BE49-F238E27FC236}">
                  <a16:creationId xmlns:a16="http://schemas.microsoft.com/office/drawing/2014/main" id="{3CAD95DA-75B2-0B90-5C58-BBD28FC5B6A4}"/>
                </a:ext>
              </a:extLst>
            </p:cNvPr>
            <p:cNvSpPr/>
            <p:nvPr/>
          </p:nvSpPr>
          <p:spPr>
            <a:xfrm>
              <a:off x="738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8" name="타원 367">
              <a:extLst>
                <a:ext uri="{FF2B5EF4-FFF2-40B4-BE49-F238E27FC236}">
                  <a16:creationId xmlns:a16="http://schemas.microsoft.com/office/drawing/2014/main" id="{93C2E56E-F7E1-8115-2A79-F0C40DB83064}"/>
                </a:ext>
              </a:extLst>
            </p:cNvPr>
            <p:cNvSpPr/>
            <p:nvPr/>
          </p:nvSpPr>
          <p:spPr>
            <a:xfrm>
              <a:off x="738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5" name="타원 364">
              <a:extLst>
                <a:ext uri="{FF2B5EF4-FFF2-40B4-BE49-F238E27FC236}">
                  <a16:creationId xmlns:a16="http://schemas.microsoft.com/office/drawing/2014/main" id="{11CD804B-6209-365F-FE61-779075FE7DD6}"/>
                </a:ext>
              </a:extLst>
            </p:cNvPr>
            <p:cNvSpPr/>
            <p:nvPr/>
          </p:nvSpPr>
          <p:spPr>
            <a:xfrm>
              <a:off x="738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6" name="타원 365">
              <a:extLst>
                <a:ext uri="{FF2B5EF4-FFF2-40B4-BE49-F238E27FC236}">
                  <a16:creationId xmlns:a16="http://schemas.microsoft.com/office/drawing/2014/main" id="{F036C046-0434-F2C1-2FA2-455917F27A42}"/>
                </a:ext>
              </a:extLst>
            </p:cNvPr>
            <p:cNvSpPr/>
            <p:nvPr/>
          </p:nvSpPr>
          <p:spPr>
            <a:xfrm>
              <a:off x="738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3" name="타원 362">
              <a:extLst>
                <a:ext uri="{FF2B5EF4-FFF2-40B4-BE49-F238E27FC236}">
                  <a16:creationId xmlns:a16="http://schemas.microsoft.com/office/drawing/2014/main" id="{E8944AEB-F086-5DF1-42E2-CC4A861F7171}"/>
                </a:ext>
              </a:extLst>
            </p:cNvPr>
            <p:cNvSpPr/>
            <p:nvPr/>
          </p:nvSpPr>
          <p:spPr>
            <a:xfrm>
              <a:off x="738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4" name="타원 363">
              <a:extLst>
                <a:ext uri="{FF2B5EF4-FFF2-40B4-BE49-F238E27FC236}">
                  <a16:creationId xmlns:a16="http://schemas.microsoft.com/office/drawing/2014/main" id="{CA4AFB83-8225-8318-CC0F-4E5CD418C8FC}"/>
                </a:ext>
              </a:extLst>
            </p:cNvPr>
            <p:cNvSpPr/>
            <p:nvPr/>
          </p:nvSpPr>
          <p:spPr>
            <a:xfrm>
              <a:off x="738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59" name="타원 358">
              <a:extLst>
                <a:ext uri="{FF2B5EF4-FFF2-40B4-BE49-F238E27FC236}">
                  <a16:creationId xmlns:a16="http://schemas.microsoft.com/office/drawing/2014/main" id="{4EB6EAFE-B5CF-837D-9384-450CD5B07AAC}"/>
                </a:ext>
              </a:extLst>
            </p:cNvPr>
            <p:cNvSpPr/>
            <p:nvPr/>
          </p:nvSpPr>
          <p:spPr>
            <a:xfrm>
              <a:off x="738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0" name="타원 359">
              <a:extLst>
                <a:ext uri="{FF2B5EF4-FFF2-40B4-BE49-F238E27FC236}">
                  <a16:creationId xmlns:a16="http://schemas.microsoft.com/office/drawing/2014/main" id="{AEB0666D-389D-A03F-0DDC-479E0E2D0BA7}"/>
                </a:ext>
              </a:extLst>
            </p:cNvPr>
            <p:cNvSpPr/>
            <p:nvPr/>
          </p:nvSpPr>
          <p:spPr>
            <a:xfrm>
              <a:off x="738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4" name="타원 463">
              <a:extLst>
                <a:ext uri="{FF2B5EF4-FFF2-40B4-BE49-F238E27FC236}">
                  <a16:creationId xmlns:a16="http://schemas.microsoft.com/office/drawing/2014/main" id="{BA4ED04B-E26D-6873-C278-9E91F3CF1542}"/>
                </a:ext>
              </a:extLst>
            </p:cNvPr>
            <p:cNvSpPr/>
            <p:nvPr/>
          </p:nvSpPr>
          <p:spPr>
            <a:xfrm>
              <a:off x="396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5" name="타원 464">
              <a:extLst>
                <a:ext uri="{FF2B5EF4-FFF2-40B4-BE49-F238E27FC236}">
                  <a16:creationId xmlns:a16="http://schemas.microsoft.com/office/drawing/2014/main" id="{E474A8E5-D2E1-C564-D2CF-A9D646B105D7}"/>
                </a:ext>
              </a:extLst>
            </p:cNvPr>
            <p:cNvSpPr/>
            <p:nvPr/>
          </p:nvSpPr>
          <p:spPr>
            <a:xfrm>
              <a:off x="396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6" name="타원 465">
              <a:extLst>
                <a:ext uri="{FF2B5EF4-FFF2-40B4-BE49-F238E27FC236}">
                  <a16:creationId xmlns:a16="http://schemas.microsoft.com/office/drawing/2014/main" id="{752968A1-8A8B-4E21-B1B1-6F39ACC8E47E}"/>
                </a:ext>
              </a:extLst>
            </p:cNvPr>
            <p:cNvSpPr/>
            <p:nvPr/>
          </p:nvSpPr>
          <p:spPr>
            <a:xfrm>
              <a:off x="396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7" name="타원 466">
              <a:extLst>
                <a:ext uri="{FF2B5EF4-FFF2-40B4-BE49-F238E27FC236}">
                  <a16:creationId xmlns:a16="http://schemas.microsoft.com/office/drawing/2014/main" id="{4D0BEE79-FB54-837D-C927-FF9DA5D9BA44}"/>
                </a:ext>
              </a:extLst>
            </p:cNvPr>
            <p:cNvSpPr/>
            <p:nvPr/>
          </p:nvSpPr>
          <p:spPr>
            <a:xfrm>
              <a:off x="396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8" name="타원 467">
              <a:extLst>
                <a:ext uri="{FF2B5EF4-FFF2-40B4-BE49-F238E27FC236}">
                  <a16:creationId xmlns:a16="http://schemas.microsoft.com/office/drawing/2014/main" id="{B9FE5AE2-F247-AA42-4D46-D9CE125CF07A}"/>
                </a:ext>
              </a:extLst>
            </p:cNvPr>
            <p:cNvSpPr/>
            <p:nvPr/>
          </p:nvSpPr>
          <p:spPr>
            <a:xfrm>
              <a:off x="414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9" name="타원 468">
              <a:extLst>
                <a:ext uri="{FF2B5EF4-FFF2-40B4-BE49-F238E27FC236}">
                  <a16:creationId xmlns:a16="http://schemas.microsoft.com/office/drawing/2014/main" id="{10772830-660E-0419-5972-207F1F488E6E}"/>
                </a:ext>
              </a:extLst>
            </p:cNvPr>
            <p:cNvSpPr/>
            <p:nvPr/>
          </p:nvSpPr>
          <p:spPr>
            <a:xfrm>
              <a:off x="414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0" name="타원 469">
              <a:extLst>
                <a:ext uri="{FF2B5EF4-FFF2-40B4-BE49-F238E27FC236}">
                  <a16:creationId xmlns:a16="http://schemas.microsoft.com/office/drawing/2014/main" id="{00AA9F0B-1D83-10DF-802C-2A6E768ED8B6}"/>
                </a:ext>
              </a:extLst>
            </p:cNvPr>
            <p:cNvSpPr/>
            <p:nvPr/>
          </p:nvSpPr>
          <p:spPr>
            <a:xfrm>
              <a:off x="414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1" name="타원 470">
              <a:extLst>
                <a:ext uri="{FF2B5EF4-FFF2-40B4-BE49-F238E27FC236}">
                  <a16:creationId xmlns:a16="http://schemas.microsoft.com/office/drawing/2014/main" id="{4E81F79B-D8F1-D13C-8719-50EA8602433E}"/>
                </a:ext>
              </a:extLst>
            </p:cNvPr>
            <p:cNvSpPr/>
            <p:nvPr/>
          </p:nvSpPr>
          <p:spPr>
            <a:xfrm>
              <a:off x="414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2" name="타원 471">
              <a:extLst>
                <a:ext uri="{FF2B5EF4-FFF2-40B4-BE49-F238E27FC236}">
                  <a16:creationId xmlns:a16="http://schemas.microsoft.com/office/drawing/2014/main" id="{70C78AC6-229E-5A61-DFDC-7663F8936C71}"/>
                </a:ext>
              </a:extLst>
            </p:cNvPr>
            <p:cNvSpPr/>
            <p:nvPr/>
          </p:nvSpPr>
          <p:spPr>
            <a:xfrm>
              <a:off x="432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3" name="타원 472">
              <a:extLst>
                <a:ext uri="{FF2B5EF4-FFF2-40B4-BE49-F238E27FC236}">
                  <a16:creationId xmlns:a16="http://schemas.microsoft.com/office/drawing/2014/main" id="{6A64D62B-B772-CFD3-F328-C7FDC8067D08}"/>
                </a:ext>
              </a:extLst>
            </p:cNvPr>
            <p:cNvSpPr/>
            <p:nvPr/>
          </p:nvSpPr>
          <p:spPr>
            <a:xfrm>
              <a:off x="432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4" name="타원 473">
              <a:extLst>
                <a:ext uri="{FF2B5EF4-FFF2-40B4-BE49-F238E27FC236}">
                  <a16:creationId xmlns:a16="http://schemas.microsoft.com/office/drawing/2014/main" id="{6A7CFA8B-0EA6-796B-3A7C-1BE1F88538BE}"/>
                </a:ext>
              </a:extLst>
            </p:cNvPr>
            <p:cNvSpPr/>
            <p:nvPr/>
          </p:nvSpPr>
          <p:spPr>
            <a:xfrm>
              <a:off x="432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5" name="타원 474">
              <a:extLst>
                <a:ext uri="{FF2B5EF4-FFF2-40B4-BE49-F238E27FC236}">
                  <a16:creationId xmlns:a16="http://schemas.microsoft.com/office/drawing/2014/main" id="{66F8695B-595D-8934-BE77-2F44A6AF8065}"/>
                </a:ext>
              </a:extLst>
            </p:cNvPr>
            <p:cNvSpPr/>
            <p:nvPr/>
          </p:nvSpPr>
          <p:spPr>
            <a:xfrm>
              <a:off x="432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6" name="타원 475">
              <a:extLst>
                <a:ext uri="{FF2B5EF4-FFF2-40B4-BE49-F238E27FC236}">
                  <a16:creationId xmlns:a16="http://schemas.microsoft.com/office/drawing/2014/main" id="{641F33C1-781B-4C22-99D8-566ED639C205}"/>
                </a:ext>
              </a:extLst>
            </p:cNvPr>
            <p:cNvSpPr/>
            <p:nvPr/>
          </p:nvSpPr>
          <p:spPr>
            <a:xfrm>
              <a:off x="450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7" name="타원 476">
              <a:extLst>
                <a:ext uri="{FF2B5EF4-FFF2-40B4-BE49-F238E27FC236}">
                  <a16:creationId xmlns:a16="http://schemas.microsoft.com/office/drawing/2014/main" id="{8677C6E5-72E4-3954-BE65-F7726E6FE126}"/>
                </a:ext>
              </a:extLst>
            </p:cNvPr>
            <p:cNvSpPr/>
            <p:nvPr/>
          </p:nvSpPr>
          <p:spPr>
            <a:xfrm>
              <a:off x="450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8" name="타원 477">
              <a:extLst>
                <a:ext uri="{FF2B5EF4-FFF2-40B4-BE49-F238E27FC236}">
                  <a16:creationId xmlns:a16="http://schemas.microsoft.com/office/drawing/2014/main" id="{9DA5A650-6FEA-FD5E-DA39-9E2F52CBEE10}"/>
                </a:ext>
              </a:extLst>
            </p:cNvPr>
            <p:cNvSpPr/>
            <p:nvPr/>
          </p:nvSpPr>
          <p:spPr>
            <a:xfrm>
              <a:off x="450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9" name="타원 478">
              <a:extLst>
                <a:ext uri="{FF2B5EF4-FFF2-40B4-BE49-F238E27FC236}">
                  <a16:creationId xmlns:a16="http://schemas.microsoft.com/office/drawing/2014/main" id="{3B2D2E97-78AF-C70B-52A5-185E0060DE28}"/>
                </a:ext>
              </a:extLst>
            </p:cNvPr>
            <p:cNvSpPr/>
            <p:nvPr/>
          </p:nvSpPr>
          <p:spPr>
            <a:xfrm>
              <a:off x="450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0" name="타원 479">
              <a:extLst>
                <a:ext uri="{FF2B5EF4-FFF2-40B4-BE49-F238E27FC236}">
                  <a16:creationId xmlns:a16="http://schemas.microsoft.com/office/drawing/2014/main" id="{500DCEF7-F97F-AB15-F058-7D51FCD6DD85}"/>
                </a:ext>
              </a:extLst>
            </p:cNvPr>
            <p:cNvSpPr/>
            <p:nvPr/>
          </p:nvSpPr>
          <p:spPr>
            <a:xfrm>
              <a:off x="468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1" name="타원 480">
              <a:extLst>
                <a:ext uri="{FF2B5EF4-FFF2-40B4-BE49-F238E27FC236}">
                  <a16:creationId xmlns:a16="http://schemas.microsoft.com/office/drawing/2014/main" id="{D1F2FD51-7795-9F04-BB03-C896E3D59D8A}"/>
                </a:ext>
              </a:extLst>
            </p:cNvPr>
            <p:cNvSpPr/>
            <p:nvPr/>
          </p:nvSpPr>
          <p:spPr>
            <a:xfrm>
              <a:off x="468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2" name="타원 481">
              <a:extLst>
                <a:ext uri="{FF2B5EF4-FFF2-40B4-BE49-F238E27FC236}">
                  <a16:creationId xmlns:a16="http://schemas.microsoft.com/office/drawing/2014/main" id="{A3D84FED-73A3-05C1-A8DA-A7C2AEC162B2}"/>
                </a:ext>
              </a:extLst>
            </p:cNvPr>
            <p:cNvSpPr/>
            <p:nvPr/>
          </p:nvSpPr>
          <p:spPr>
            <a:xfrm>
              <a:off x="468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3" name="타원 482">
              <a:extLst>
                <a:ext uri="{FF2B5EF4-FFF2-40B4-BE49-F238E27FC236}">
                  <a16:creationId xmlns:a16="http://schemas.microsoft.com/office/drawing/2014/main" id="{28D69D68-4FF0-846D-CEC6-8E1F3151CF3C}"/>
                </a:ext>
              </a:extLst>
            </p:cNvPr>
            <p:cNvSpPr/>
            <p:nvPr/>
          </p:nvSpPr>
          <p:spPr>
            <a:xfrm>
              <a:off x="468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4" name="타원 483">
              <a:extLst>
                <a:ext uri="{FF2B5EF4-FFF2-40B4-BE49-F238E27FC236}">
                  <a16:creationId xmlns:a16="http://schemas.microsoft.com/office/drawing/2014/main" id="{FA9B231B-734B-9CF2-E05E-2136B8B19F51}"/>
                </a:ext>
              </a:extLst>
            </p:cNvPr>
            <p:cNvSpPr/>
            <p:nvPr/>
          </p:nvSpPr>
          <p:spPr>
            <a:xfrm>
              <a:off x="486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5" name="타원 484">
              <a:extLst>
                <a:ext uri="{FF2B5EF4-FFF2-40B4-BE49-F238E27FC236}">
                  <a16:creationId xmlns:a16="http://schemas.microsoft.com/office/drawing/2014/main" id="{36F6FF1D-3F16-E57E-3113-DC752F5A1E3B}"/>
                </a:ext>
              </a:extLst>
            </p:cNvPr>
            <p:cNvSpPr/>
            <p:nvPr/>
          </p:nvSpPr>
          <p:spPr>
            <a:xfrm>
              <a:off x="486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6" name="타원 485">
              <a:extLst>
                <a:ext uri="{FF2B5EF4-FFF2-40B4-BE49-F238E27FC236}">
                  <a16:creationId xmlns:a16="http://schemas.microsoft.com/office/drawing/2014/main" id="{2718C0B0-1A43-A903-CAD1-B5F52D7F45DC}"/>
                </a:ext>
              </a:extLst>
            </p:cNvPr>
            <p:cNvSpPr/>
            <p:nvPr/>
          </p:nvSpPr>
          <p:spPr>
            <a:xfrm>
              <a:off x="486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7" name="타원 486">
              <a:extLst>
                <a:ext uri="{FF2B5EF4-FFF2-40B4-BE49-F238E27FC236}">
                  <a16:creationId xmlns:a16="http://schemas.microsoft.com/office/drawing/2014/main" id="{E24CE87D-DC50-F7E3-15BA-8FF12967D771}"/>
                </a:ext>
              </a:extLst>
            </p:cNvPr>
            <p:cNvSpPr/>
            <p:nvPr/>
          </p:nvSpPr>
          <p:spPr>
            <a:xfrm>
              <a:off x="486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8" name="타원 487">
              <a:extLst>
                <a:ext uri="{FF2B5EF4-FFF2-40B4-BE49-F238E27FC236}">
                  <a16:creationId xmlns:a16="http://schemas.microsoft.com/office/drawing/2014/main" id="{9C27B245-BD93-8E54-D938-06578749B88F}"/>
                </a:ext>
              </a:extLst>
            </p:cNvPr>
            <p:cNvSpPr/>
            <p:nvPr/>
          </p:nvSpPr>
          <p:spPr>
            <a:xfrm>
              <a:off x="504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9" name="타원 488">
              <a:extLst>
                <a:ext uri="{FF2B5EF4-FFF2-40B4-BE49-F238E27FC236}">
                  <a16:creationId xmlns:a16="http://schemas.microsoft.com/office/drawing/2014/main" id="{D6CD38E9-ADCD-7A9C-B2BA-0A3AFA63F877}"/>
                </a:ext>
              </a:extLst>
            </p:cNvPr>
            <p:cNvSpPr/>
            <p:nvPr/>
          </p:nvSpPr>
          <p:spPr>
            <a:xfrm>
              <a:off x="504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0" name="타원 489">
              <a:extLst>
                <a:ext uri="{FF2B5EF4-FFF2-40B4-BE49-F238E27FC236}">
                  <a16:creationId xmlns:a16="http://schemas.microsoft.com/office/drawing/2014/main" id="{3A75EB24-3144-D3BD-D4AF-8E111E29D5A7}"/>
                </a:ext>
              </a:extLst>
            </p:cNvPr>
            <p:cNvSpPr/>
            <p:nvPr/>
          </p:nvSpPr>
          <p:spPr>
            <a:xfrm>
              <a:off x="504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1" name="타원 490">
              <a:extLst>
                <a:ext uri="{FF2B5EF4-FFF2-40B4-BE49-F238E27FC236}">
                  <a16:creationId xmlns:a16="http://schemas.microsoft.com/office/drawing/2014/main" id="{2E9565F2-51BE-CF59-AC76-87B088A99EA9}"/>
                </a:ext>
              </a:extLst>
            </p:cNvPr>
            <p:cNvSpPr/>
            <p:nvPr/>
          </p:nvSpPr>
          <p:spPr>
            <a:xfrm>
              <a:off x="504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2" name="타원 491">
              <a:extLst>
                <a:ext uri="{FF2B5EF4-FFF2-40B4-BE49-F238E27FC236}">
                  <a16:creationId xmlns:a16="http://schemas.microsoft.com/office/drawing/2014/main" id="{163BBFC9-91F0-E113-0E2F-85056CA3BEAC}"/>
                </a:ext>
              </a:extLst>
            </p:cNvPr>
            <p:cNvSpPr/>
            <p:nvPr/>
          </p:nvSpPr>
          <p:spPr>
            <a:xfrm>
              <a:off x="522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3" name="타원 492">
              <a:extLst>
                <a:ext uri="{FF2B5EF4-FFF2-40B4-BE49-F238E27FC236}">
                  <a16:creationId xmlns:a16="http://schemas.microsoft.com/office/drawing/2014/main" id="{B365259B-2499-183C-D8F1-2F2EF166643B}"/>
                </a:ext>
              </a:extLst>
            </p:cNvPr>
            <p:cNvSpPr/>
            <p:nvPr/>
          </p:nvSpPr>
          <p:spPr>
            <a:xfrm>
              <a:off x="522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4" name="타원 493">
              <a:extLst>
                <a:ext uri="{FF2B5EF4-FFF2-40B4-BE49-F238E27FC236}">
                  <a16:creationId xmlns:a16="http://schemas.microsoft.com/office/drawing/2014/main" id="{1617F01A-0EF3-CBFB-05DD-52FF7605746B}"/>
                </a:ext>
              </a:extLst>
            </p:cNvPr>
            <p:cNvSpPr/>
            <p:nvPr/>
          </p:nvSpPr>
          <p:spPr>
            <a:xfrm>
              <a:off x="522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5" name="타원 494">
              <a:extLst>
                <a:ext uri="{FF2B5EF4-FFF2-40B4-BE49-F238E27FC236}">
                  <a16:creationId xmlns:a16="http://schemas.microsoft.com/office/drawing/2014/main" id="{817F2F4A-2E2F-8585-0216-B82C202E9612}"/>
                </a:ext>
              </a:extLst>
            </p:cNvPr>
            <p:cNvSpPr/>
            <p:nvPr/>
          </p:nvSpPr>
          <p:spPr>
            <a:xfrm>
              <a:off x="522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6" name="타원 495">
              <a:extLst>
                <a:ext uri="{FF2B5EF4-FFF2-40B4-BE49-F238E27FC236}">
                  <a16:creationId xmlns:a16="http://schemas.microsoft.com/office/drawing/2014/main" id="{66DA2437-0FC7-B784-0CC9-0970E4240C2F}"/>
                </a:ext>
              </a:extLst>
            </p:cNvPr>
            <p:cNvSpPr/>
            <p:nvPr/>
          </p:nvSpPr>
          <p:spPr>
            <a:xfrm>
              <a:off x="540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7" name="타원 496">
              <a:extLst>
                <a:ext uri="{FF2B5EF4-FFF2-40B4-BE49-F238E27FC236}">
                  <a16:creationId xmlns:a16="http://schemas.microsoft.com/office/drawing/2014/main" id="{969B41CC-AFE2-40EA-6D12-F54D869B2B96}"/>
                </a:ext>
              </a:extLst>
            </p:cNvPr>
            <p:cNvSpPr/>
            <p:nvPr/>
          </p:nvSpPr>
          <p:spPr>
            <a:xfrm>
              <a:off x="540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8" name="타원 497">
              <a:extLst>
                <a:ext uri="{FF2B5EF4-FFF2-40B4-BE49-F238E27FC236}">
                  <a16:creationId xmlns:a16="http://schemas.microsoft.com/office/drawing/2014/main" id="{749654AA-D1E8-1335-2D43-D65113DEFD48}"/>
                </a:ext>
              </a:extLst>
            </p:cNvPr>
            <p:cNvSpPr/>
            <p:nvPr/>
          </p:nvSpPr>
          <p:spPr>
            <a:xfrm>
              <a:off x="540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9" name="타원 498">
              <a:extLst>
                <a:ext uri="{FF2B5EF4-FFF2-40B4-BE49-F238E27FC236}">
                  <a16:creationId xmlns:a16="http://schemas.microsoft.com/office/drawing/2014/main" id="{FE7ABEC9-27C3-F9CE-CA1E-9B9F51D40545}"/>
                </a:ext>
              </a:extLst>
            </p:cNvPr>
            <p:cNvSpPr/>
            <p:nvPr/>
          </p:nvSpPr>
          <p:spPr>
            <a:xfrm>
              <a:off x="540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0" name="타원 499">
              <a:extLst>
                <a:ext uri="{FF2B5EF4-FFF2-40B4-BE49-F238E27FC236}">
                  <a16:creationId xmlns:a16="http://schemas.microsoft.com/office/drawing/2014/main" id="{3F987D2D-5CF2-7D68-FC88-A160BC40AC70}"/>
                </a:ext>
              </a:extLst>
            </p:cNvPr>
            <p:cNvSpPr/>
            <p:nvPr/>
          </p:nvSpPr>
          <p:spPr>
            <a:xfrm>
              <a:off x="558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1" name="타원 500">
              <a:extLst>
                <a:ext uri="{FF2B5EF4-FFF2-40B4-BE49-F238E27FC236}">
                  <a16:creationId xmlns:a16="http://schemas.microsoft.com/office/drawing/2014/main" id="{A30F38E1-068C-1632-4CE4-3D48026CDDBF}"/>
                </a:ext>
              </a:extLst>
            </p:cNvPr>
            <p:cNvSpPr/>
            <p:nvPr/>
          </p:nvSpPr>
          <p:spPr>
            <a:xfrm>
              <a:off x="558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2" name="타원 501">
              <a:extLst>
                <a:ext uri="{FF2B5EF4-FFF2-40B4-BE49-F238E27FC236}">
                  <a16:creationId xmlns:a16="http://schemas.microsoft.com/office/drawing/2014/main" id="{5BA0B776-8F7A-234D-70B8-D2E5197637B5}"/>
                </a:ext>
              </a:extLst>
            </p:cNvPr>
            <p:cNvSpPr/>
            <p:nvPr/>
          </p:nvSpPr>
          <p:spPr>
            <a:xfrm>
              <a:off x="558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3" name="타원 502">
              <a:extLst>
                <a:ext uri="{FF2B5EF4-FFF2-40B4-BE49-F238E27FC236}">
                  <a16:creationId xmlns:a16="http://schemas.microsoft.com/office/drawing/2014/main" id="{9695C138-DF0B-0862-1731-B449FF4DE97C}"/>
                </a:ext>
              </a:extLst>
            </p:cNvPr>
            <p:cNvSpPr/>
            <p:nvPr/>
          </p:nvSpPr>
          <p:spPr>
            <a:xfrm>
              <a:off x="558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4" name="타원 503">
              <a:extLst>
                <a:ext uri="{FF2B5EF4-FFF2-40B4-BE49-F238E27FC236}">
                  <a16:creationId xmlns:a16="http://schemas.microsoft.com/office/drawing/2014/main" id="{28EDBB64-EAD9-6AEC-432E-E75A3C583A49}"/>
                </a:ext>
              </a:extLst>
            </p:cNvPr>
            <p:cNvSpPr/>
            <p:nvPr/>
          </p:nvSpPr>
          <p:spPr>
            <a:xfrm>
              <a:off x="576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5" name="타원 504">
              <a:extLst>
                <a:ext uri="{FF2B5EF4-FFF2-40B4-BE49-F238E27FC236}">
                  <a16:creationId xmlns:a16="http://schemas.microsoft.com/office/drawing/2014/main" id="{4EDFAADE-CDE4-EBB9-1FB9-13FAD6816EEF}"/>
                </a:ext>
              </a:extLst>
            </p:cNvPr>
            <p:cNvSpPr/>
            <p:nvPr/>
          </p:nvSpPr>
          <p:spPr>
            <a:xfrm>
              <a:off x="576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6" name="타원 505">
              <a:extLst>
                <a:ext uri="{FF2B5EF4-FFF2-40B4-BE49-F238E27FC236}">
                  <a16:creationId xmlns:a16="http://schemas.microsoft.com/office/drawing/2014/main" id="{DD14EBFC-A8C9-D39D-40D5-7DD995268A75}"/>
                </a:ext>
              </a:extLst>
            </p:cNvPr>
            <p:cNvSpPr/>
            <p:nvPr/>
          </p:nvSpPr>
          <p:spPr>
            <a:xfrm>
              <a:off x="576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7" name="타원 506">
              <a:extLst>
                <a:ext uri="{FF2B5EF4-FFF2-40B4-BE49-F238E27FC236}">
                  <a16:creationId xmlns:a16="http://schemas.microsoft.com/office/drawing/2014/main" id="{F0991042-446E-C6B2-E81F-F6171EEC3DAA}"/>
                </a:ext>
              </a:extLst>
            </p:cNvPr>
            <p:cNvSpPr/>
            <p:nvPr/>
          </p:nvSpPr>
          <p:spPr>
            <a:xfrm>
              <a:off x="576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8" name="타원 507">
              <a:extLst>
                <a:ext uri="{FF2B5EF4-FFF2-40B4-BE49-F238E27FC236}">
                  <a16:creationId xmlns:a16="http://schemas.microsoft.com/office/drawing/2014/main" id="{330112F8-8762-34D0-A0ED-A335DDE6EE2B}"/>
                </a:ext>
              </a:extLst>
            </p:cNvPr>
            <p:cNvSpPr/>
            <p:nvPr/>
          </p:nvSpPr>
          <p:spPr>
            <a:xfrm>
              <a:off x="594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9" name="타원 508">
              <a:extLst>
                <a:ext uri="{FF2B5EF4-FFF2-40B4-BE49-F238E27FC236}">
                  <a16:creationId xmlns:a16="http://schemas.microsoft.com/office/drawing/2014/main" id="{B2D9F453-DC64-1165-77A1-581B92D50F49}"/>
                </a:ext>
              </a:extLst>
            </p:cNvPr>
            <p:cNvSpPr/>
            <p:nvPr/>
          </p:nvSpPr>
          <p:spPr>
            <a:xfrm>
              <a:off x="594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0" name="타원 509">
              <a:extLst>
                <a:ext uri="{FF2B5EF4-FFF2-40B4-BE49-F238E27FC236}">
                  <a16:creationId xmlns:a16="http://schemas.microsoft.com/office/drawing/2014/main" id="{696A586F-FED4-760B-9FD6-77324E72B4DE}"/>
                </a:ext>
              </a:extLst>
            </p:cNvPr>
            <p:cNvSpPr/>
            <p:nvPr/>
          </p:nvSpPr>
          <p:spPr>
            <a:xfrm>
              <a:off x="594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1" name="타원 510">
              <a:extLst>
                <a:ext uri="{FF2B5EF4-FFF2-40B4-BE49-F238E27FC236}">
                  <a16:creationId xmlns:a16="http://schemas.microsoft.com/office/drawing/2014/main" id="{E3E82689-508D-8128-F6D0-17AFB4BDD849}"/>
                </a:ext>
              </a:extLst>
            </p:cNvPr>
            <p:cNvSpPr/>
            <p:nvPr/>
          </p:nvSpPr>
          <p:spPr>
            <a:xfrm>
              <a:off x="594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2" name="타원 511">
              <a:extLst>
                <a:ext uri="{FF2B5EF4-FFF2-40B4-BE49-F238E27FC236}">
                  <a16:creationId xmlns:a16="http://schemas.microsoft.com/office/drawing/2014/main" id="{B4B85D58-FF9B-13F0-F072-E507796C981A}"/>
                </a:ext>
              </a:extLst>
            </p:cNvPr>
            <p:cNvSpPr/>
            <p:nvPr/>
          </p:nvSpPr>
          <p:spPr>
            <a:xfrm>
              <a:off x="612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3" name="타원 512">
              <a:extLst>
                <a:ext uri="{FF2B5EF4-FFF2-40B4-BE49-F238E27FC236}">
                  <a16:creationId xmlns:a16="http://schemas.microsoft.com/office/drawing/2014/main" id="{AA5BDBA5-5F35-F827-8A9D-5F8B43DEB811}"/>
                </a:ext>
              </a:extLst>
            </p:cNvPr>
            <p:cNvSpPr/>
            <p:nvPr/>
          </p:nvSpPr>
          <p:spPr>
            <a:xfrm>
              <a:off x="612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4" name="타원 513">
              <a:extLst>
                <a:ext uri="{FF2B5EF4-FFF2-40B4-BE49-F238E27FC236}">
                  <a16:creationId xmlns:a16="http://schemas.microsoft.com/office/drawing/2014/main" id="{076DDF11-2FBD-F7B3-9D2C-E48BD9735939}"/>
                </a:ext>
              </a:extLst>
            </p:cNvPr>
            <p:cNvSpPr/>
            <p:nvPr/>
          </p:nvSpPr>
          <p:spPr>
            <a:xfrm>
              <a:off x="612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5" name="타원 514">
              <a:extLst>
                <a:ext uri="{FF2B5EF4-FFF2-40B4-BE49-F238E27FC236}">
                  <a16:creationId xmlns:a16="http://schemas.microsoft.com/office/drawing/2014/main" id="{F65C2853-A465-5A04-C90F-3D27EE37CC1E}"/>
                </a:ext>
              </a:extLst>
            </p:cNvPr>
            <p:cNvSpPr/>
            <p:nvPr/>
          </p:nvSpPr>
          <p:spPr>
            <a:xfrm>
              <a:off x="612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6" name="타원 515">
              <a:extLst>
                <a:ext uri="{FF2B5EF4-FFF2-40B4-BE49-F238E27FC236}">
                  <a16:creationId xmlns:a16="http://schemas.microsoft.com/office/drawing/2014/main" id="{5F139081-4B26-7641-0213-690B248D9086}"/>
                </a:ext>
              </a:extLst>
            </p:cNvPr>
            <p:cNvSpPr/>
            <p:nvPr/>
          </p:nvSpPr>
          <p:spPr>
            <a:xfrm>
              <a:off x="630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7" name="타원 516">
              <a:extLst>
                <a:ext uri="{FF2B5EF4-FFF2-40B4-BE49-F238E27FC236}">
                  <a16:creationId xmlns:a16="http://schemas.microsoft.com/office/drawing/2014/main" id="{CDDC907A-E7C5-DB42-2360-C9EEC4AFE57E}"/>
                </a:ext>
              </a:extLst>
            </p:cNvPr>
            <p:cNvSpPr/>
            <p:nvPr/>
          </p:nvSpPr>
          <p:spPr>
            <a:xfrm>
              <a:off x="630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8" name="타원 517">
              <a:extLst>
                <a:ext uri="{FF2B5EF4-FFF2-40B4-BE49-F238E27FC236}">
                  <a16:creationId xmlns:a16="http://schemas.microsoft.com/office/drawing/2014/main" id="{9EC623A3-2E7B-906F-3108-1757B9D83070}"/>
                </a:ext>
              </a:extLst>
            </p:cNvPr>
            <p:cNvSpPr/>
            <p:nvPr/>
          </p:nvSpPr>
          <p:spPr>
            <a:xfrm>
              <a:off x="630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9" name="타원 518">
              <a:extLst>
                <a:ext uri="{FF2B5EF4-FFF2-40B4-BE49-F238E27FC236}">
                  <a16:creationId xmlns:a16="http://schemas.microsoft.com/office/drawing/2014/main" id="{CF3A6ECD-7DA8-AD66-D849-1A987BD5582B}"/>
                </a:ext>
              </a:extLst>
            </p:cNvPr>
            <p:cNvSpPr/>
            <p:nvPr/>
          </p:nvSpPr>
          <p:spPr>
            <a:xfrm>
              <a:off x="630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0" name="타원 519">
              <a:extLst>
                <a:ext uri="{FF2B5EF4-FFF2-40B4-BE49-F238E27FC236}">
                  <a16:creationId xmlns:a16="http://schemas.microsoft.com/office/drawing/2014/main" id="{D4C6F80C-2D08-9AE9-6935-84373EA2397B}"/>
                </a:ext>
              </a:extLst>
            </p:cNvPr>
            <p:cNvSpPr/>
            <p:nvPr/>
          </p:nvSpPr>
          <p:spPr>
            <a:xfrm>
              <a:off x="648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1" name="타원 520">
              <a:extLst>
                <a:ext uri="{FF2B5EF4-FFF2-40B4-BE49-F238E27FC236}">
                  <a16:creationId xmlns:a16="http://schemas.microsoft.com/office/drawing/2014/main" id="{E56283B7-706B-E5F2-5C00-0A6D909F17A3}"/>
                </a:ext>
              </a:extLst>
            </p:cNvPr>
            <p:cNvSpPr/>
            <p:nvPr/>
          </p:nvSpPr>
          <p:spPr>
            <a:xfrm>
              <a:off x="648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2" name="타원 521">
              <a:extLst>
                <a:ext uri="{FF2B5EF4-FFF2-40B4-BE49-F238E27FC236}">
                  <a16:creationId xmlns:a16="http://schemas.microsoft.com/office/drawing/2014/main" id="{41A81342-2A9C-7AB2-90B9-0640E88C7A09}"/>
                </a:ext>
              </a:extLst>
            </p:cNvPr>
            <p:cNvSpPr/>
            <p:nvPr/>
          </p:nvSpPr>
          <p:spPr>
            <a:xfrm>
              <a:off x="648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3" name="타원 522">
              <a:extLst>
                <a:ext uri="{FF2B5EF4-FFF2-40B4-BE49-F238E27FC236}">
                  <a16:creationId xmlns:a16="http://schemas.microsoft.com/office/drawing/2014/main" id="{144621EC-D5BA-69A4-7A6D-48930A4E3CD1}"/>
                </a:ext>
              </a:extLst>
            </p:cNvPr>
            <p:cNvSpPr/>
            <p:nvPr/>
          </p:nvSpPr>
          <p:spPr>
            <a:xfrm>
              <a:off x="648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4" name="타원 523">
              <a:extLst>
                <a:ext uri="{FF2B5EF4-FFF2-40B4-BE49-F238E27FC236}">
                  <a16:creationId xmlns:a16="http://schemas.microsoft.com/office/drawing/2014/main" id="{F397F026-0E15-D14A-6301-1778A844276F}"/>
                </a:ext>
              </a:extLst>
            </p:cNvPr>
            <p:cNvSpPr/>
            <p:nvPr/>
          </p:nvSpPr>
          <p:spPr>
            <a:xfrm>
              <a:off x="666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5" name="타원 524">
              <a:extLst>
                <a:ext uri="{FF2B5EF4-FFF2-40B4-BE49-F238E27FC236}">
                  <a16:creationId xmlns:a16="http://schemas.microsoft.com/office/drawing/2014/main" id="{3D0E37AA-C148-7CAB-C563-5F5968A32466}"/>
                </a:ext>
              </a:extLst>
            </p:cNvPr>
            <p:cNvSpPr/>
            <p:nvPr/>
          </p:nvSpPr>
          <p:spPr>
            <a:xfrm>
              <a:off x="666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6" name="타원 525">
              <a:extLst>
                <a:ext uri="{FF2B5EF4-FFF2-40B4-BE49-F238E27FC236}">
                  <a16:creationId xmlns:a16="http://schemas.microsoft.com/office/drawing/2014/main" id="{4E46FEE6-D597-7B32-F40D-B8B7B32CB983}"/>
                </a:ext>
              </a:extLst>
            </p:cNvPr>
            <p:cNvSpPr/>
            <p:nvPr/>
          </p:nvSpPr>
          <p:spPr>
            <a:xfrm>
              <a:off x="666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7" name="타원 526">
              <a:extLst>
                <a:ext uri="{FF2B5EF4-FFF2-40B4-BE49-F238E27FC236}">
                  <a16:creationId xmlns:a16="http://schemas.microsoft.com/office/drawing/2014/main" id="{8E575541-CC02-83E8-7251-0D1892B26060}"/>
                </a:ext>
              </a:extLst>
            </p:cNvPr>
            <p:cNvSpPr/>
            <p:nvPr/>
          </p:nvSpPr>
          <p:spPr>
            <a:xfrm>
              <a:off x="666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8" name="타원 527">
              <a:extLst>
                <a:ext uri="{FF2B5EF4-FFF2-40B4-BE49-F238E27FC236}">
                  <a16:creationId xmlns:a16="http://schemas.microsoft.com/office/drawing/2014/main" id="{5B362296-1850-A19B-AA6F-18A5949E50D9}"/>
                </a:ext>
              </a:extLst>
            </p:cNvPr>
            <p:cNvSpPr/>
            <p:nvPr/>
          </p:nvSpPr>
          <p:spPr>
            <a:xfrm>
              <a:off x="684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9" name="타원 528">
              <a:extLst>
                <a:ext uri="{FF2B5EF4-FFF2-40B4-BE49-F238E27FC236}">
                  <a16:creationId xmlns:a16="http://schemas.microsoft.com/office/drawing/2014/main" id="{E95708BD-91FA-5D1D-725C-D5A361C05CEC}"/>
                </a:ext>
              </a:extLst>
            </p:cNvPr>
            <p:cNvSpPr/>
            <p:nvPr/>
          </p:nvSpPr>
          <p:spPr>
            <a:xfrm>
              <a:off x="684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0" name="타원 529">
              <a:extLst>
                <a:ext uri="{FF2B5EF4-FFF2-40B4-BE49-F238E27FC236}">
                  <a16:creationId xmlns:a16="http://schemas.microsoft.com/office/drawing/2014/main" id="{D9C5EDF4-2F11-D4E1-3859-F0D39151D1DE}"/>
                </a:ext>
              </a:extLst>
            </p:cNvPr>
            <p:cNvSpPr/>
            <p:nvPr/>
          </p:nvSpPr>
          <p:spPr>
            <a:xfrm>
              <a:off x="684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1" name="타원 530">
              <a:extLst>
                <a:ext uri="{FF2B5EF4-FFF2-40B4-BE49-F238E27FC236}">
                  <a16:creationId xmlns:a16="http://schemas.microsoft.com/office/drawing/2014/main" id="{DAC87302-BD21-35DC-348E-6A5C3E3CC9D9}"/>
                </a:ext>
              </a:extLst>
            </p:cNvPr>
            <p:cNvSpPr/>
            <p:nvPr/>
          </p:nvSpPr>
          <p:spPr>
            <a:xfrm>
              <a:off x="684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2" name="타원 531">
              <a:extLst>
                <a:ext uri="{FF2B5EF4-FFF2-40B4-BE49-F238E27FC236}">
                  <a16:creationId xmlns:a16="http://schemas.microsoft.com/office/drawing/2014/main" id="{B48EBE5D-AE26-CDEE-2AAA-496C25423DD8}"/>
                </a:ext>
              </a:extLst>
            </p:cNvPr>
            <p:cNvSpPr/>
            <p:nvPr/>
          </p:nvSpPr>
          <p:spPr>
            <a:xfrm>
              <a:off x="702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3" name="타원 532">
              <a:extLst>
                <a:ext uri="{FF2B5EF4-FFF2-40B4-BE49-F238E27FC236}">
                  <a16:creationId xmlns:a16="http://schemas.microsoft.com/office/drawing/2014/main" id="{20725892-784F-F829-187D-6AB00CCE2D8D}"/>
                </a:ext>
              </a:extLst>
            </p:cNvPr>
            <p:cNvSpPr/>
            <p:nvPr/>
          </p:nvSpPr>
          <p:spPr>
            <a:xfrm>
              <a:off x="702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4" name="타원 533">
              <a:extLst>
                <a:ext uri="{FF2B5EF4-FFF2-40B4-BE49-F238E27FC236}">
                  <a16:creationId xmlns:a16="http://schemas.microsoft.com/office/drawing/2014/main" id="{9FE804AF-0684-9BB2-DCA0-2B86128F200B}"/>
                </a:ext>
              </a:extLst>
            </p:cNvPr>
            <p:cNvSpPr/>
            <p:nvPr/>
          </p:nvSpPr>
          <p:spPr>
            <a:xfrm>
              <a:off x="702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5" name="타원 534">
              <a:extLst>
                <a:ext uri="{FF2B5EF4-FFF2-40B4-BE49-F238E27FC236}">
                  <a16:creationId xmlns:a16="http://schemas.microsoft.com/office/drawing/2014/main" id="{574EF855-3ABF-FF00-1164-F0E105674316}"/>
                </a:ext>
              </a:extLst>
            </p:cNvPr>
            <p:cNvSpPr/>
            <p:nvPr/>
          </p:nvSpPr>
          <p:spPr>
            <a:xfrm>
              <a:off x="702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6" name="타원 535">
              <a:extLst>
                <a:ext uri="{FF2B5EF4-FFF2-40B4-BE49-F238E27FC236}">
                  <a16:creationId xmlns:a16="http://schemas.microsoft.com/office/drawing/2014/main" id="{68B6DB2D-D174-16AA-2E34-98E3D52CC62D}"/>
                </a:ext>
              </a:extLst>
            </p:cNvPr>
            <p:cNvSpPr/>
            <p:nvPr/>
          </p:nvSpPr>
          <p:spPr>
            <a:xfrm>
              <a:off x="720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7" name="타원 536">
              <a:extLst>
                <a:ext uri="{FF2B5EF4-FFF2-40B4-BE49-F238E27FC236}">
                  <a16:creationId xmlns:a16="http://schemas.microsoft.com/office/drawing/2014/main" id="{0A4AB9B2-D463-70F9-E65E-E7DE6334BD0C}"/>
                </a:ext>
              </a:extLst>
            </p:cNvPr>
            <p:cNvSpPr/>
            <p:nvPr/>
          </p:nvSpPr>
          <p:spPr>
            <a:xfrm>
              <a:off x="720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8" name="타원 537">
              <a:extLst>
                <a:ext uri="{FF2B5EF4-FFF2-40B4-BE49-F238E27FC236}">
                  <a16:creationId xmlns:a16="http://schemas.microsoft.com/office/drawing/2014/main" id="{348B1EBB-776D-ADC4-7281-92CF1D247FF5}"/>
                </a:ext>
              </a:extLst>
            </p:cNvPr>
            <p:cNvSpPr/>
            <p:nvPr/>
          </p:nvSpPr>
          <p:spPr>
            <a:xfrm>
              <a:off x="720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9" name="타원 538">
              <a:extLst>
                <a:ext uri="{FF2B5EF4-FFF2-40B4-BE49-F238E27FC236}">
                  <a16:creationId xmlns:a16="http://schemas.microsoft.com/office/drawing/2014/main" id="{DFFAA9D0-59AB-E726-98A5-452870D4B5FC}"/>
                </a:ext>
              </a:extLst>
            </p:cNvPr>
            <p:cNvSpPr/>
            <p:nvPr/>
          </p:nvSpPr>
          <p:spPr>
            <a:xfrm>
              <a:off x="720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0" name="타원 539">
              <a:extLst>
                <a:ext uri="{FF2B5EF4-FFF2-40B4-BE49-F238E27FC236}">
                  <a16:creationId xmlns:a16="http://schemas.microsoft.com/office/drawing/2014/main" id="{D0B48D69-011C-D05D-04AF-91DB4C7C58B6}"/>
                </a:ext>
              </a:extLst>
            </p:cNvPr>
            <p:cNvSpPr/>
            <p:nvPr/>
          </p:nvSpPr>
          <p:spPr>
            <a:xfrm>
              <a:off x="738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1" name="타원 540">
              <a:extLst>
                <a:ext uri="{FF2B5EF4-FFF2-40B4-BE49-F238E27FC236}">
                  <a16:creationId xmlns:a16="http://schemas.microsoft.com/office/drawing/2014/main" id="{B726E6B2-2753-74E2-7631-7E090AD13EE1}"/>
                </a:ext>
              </a:extLst>
            </p:cNvPr>
            <p:cNvSpPr/>
            <p:nvPr/>
          </p:nvSpPr>
          <p:spPr>
            <a:xfrm>
              <a:off x="738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2" name="타원 541">
              <a:extLst>
                <a:ext uri="{FF2B5EF4-FFF2-40B4-BE49-F238E27FC236}">
                  <a16:creationId xmlns:a16="http://schemas.microsoft.com/office/drawing/2014/main" id="{9DF321C3-C3AB-844A-FBC3-4AB00C5C0B49}"/>
                </a:ext>
              </a:extLst>
            </p:cNvPr>
            <p:cNvSpPr/>
            <p:nvPr/>
          </p:nvSpPr>
          <p:spPr>
            <a:xfrm>
              <a:off x="738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3" name="타원 542">
              <a:extLst>
                <a:ext uri="{FF2B5EF4-FFF2-40B4-BE49-F238E27FC236}">
                  <a16:creationId xmlns:a16="http://schemas.microsoft.com/office/drawing/2014/main" id="{4BE5E6C3-8444-E41A-96C6-0298BBCFABDE}"/>
                </a:ext>
              </a:extLst>
            </p:cNvPr>
            <p:cNvSpPr/>
            <p:nvPr/>
          </p:nvSpPr>
          <p:spPr>
            <a:xfrm>
              <a:off x="738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595" name="그룹 594">
            <a:extLst>
              <a:ext uri="{FF2B5EF4-FFF2-40B4-BE49-F238E27FC236}">
                <a16:creationId xmlns:a16="http://schemas.microsoft.com/office/drawing/2014/main" id="{AE34FED3-4551-8106-F6B2-8F4DE8345C90}"/>
              </a:ext>
            </a:extLst>
          </p:cNvPr>
          <p:cNvGrpSpPr/>
          <p:nvPr/>
        </p:nvGrpSpPr>
        <p:grpSpPr>
          <a:xfrm>
            <a:off x="1080000" y="720001"/>
            <a:ext cx="1332000" cy="4104000"/>
            <a:chOff x="1440000" y="-720000"/>
            <a:chExt cx="1332000" cy="4104000"/>
          </a:xfrm>
        </p:grpSpPr>
        <p:sp>
          <p:nvSpPr>
            <p:cNvPr id="557" name="직사각형 556">
              <a:extLst>
                <a:ext uri="{FF2B5EF4-FFF2-40B4-BE49-F238E27FC236}">
                  <a16:creationId xmlns:a16="http://schemas.microsoft.com/office/drawing/2014/main" id="{ED93E781-B2DE-2A07-C863-5A0D6618AC62}"/>
                </a:ext>
              </a:extLst>
            </p:cNvPr>
            <p:cNvSpPr/>
            <p:nvPr/>
          </p:nvSpPr>
          <p:spPr>
            <a:xfrm rot="10800000">
              <a:off x="1476000" y="1728000"/>
              <a:ext cx="1296000" cy="1656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558" name="타원 557">
              <a:extLst>
                <a:ext uri="{FF2B5EF4-FFF2-40B4-BE49-F238E27FC236}">
                  <a16:creationId xmlns:a16="http://schemas.microsoft.com/office/drawing/2014/main" id="{BE80B012-93DB-6AB4-324E-C56F6D3D854C}"/>
                </a:ext>
              </a:extLst>
            </p:cNvPr>
            <p:cNvSpPr/>
            <p:nvPr/>
          </p:nvSpPr>
          <p:spPr>
            <a:xfrm rot="10800000">
              <a:off x="2340000" y="324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59" name="타원 558">
              <a:extLst>
                <a:ext uri="{FF2B5EF4-FFF2-40B4-BE49-F238E27FC236}">
                  <a16:creationId xmlns:a16="http://schemas.microsoft.com/office/drawing/2014/main" id="{1785D116-58BA-74FE-17EC-FE9019F250E5}"/>
                </a:ext>
              </a:extLst>
            </p:cNvPr>
            <p:cNvSpPr/>
            <p:nvPr/>
          </p:nvSpPr>
          <p:spPr>
            <a:xfrm rot="10800000">
              <a:off x="2160000" y="324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0" name="타원 559">
              <a:extLst>
                <a:ext uri="{FF2B5EF4-FFF2-40B4-BE49-F238E27FC236}">
                  <a16:creationId xmlns:a16="http://schemas.microsoft.com/office/drawing/2014/main" id="{D35D1796-A45A-90E8-A0ED-5D607457B34D}"/>
                </a:ext>
              </a:extLst>
            </p:cNvPr>
            <p:cNvSpPr/>
            <p:nvPr/>
          </p:nvSpPr>
          <p:spPr>
            <a:xfrm rot="10800000">
              <a:off x="1980000" y="324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1" name="타원 560">
              <a:extLst>
                <a:ext uri="{FF2B5EF4-FFF2-40B4-BE49-F238E27FC236}">
                  <a16:creationId xmlns:a16="http://schemas.microsoft.com/office/drawing/2014/main" id="{F4EA306F-23FA-4D40-6C86-E4244AE4422D}"/>
                </a:ext>
              </a:extLst>
            </p:cNvPr>
            <p:cNvSpPr/>
            <p:nvPr/>
          </p:nvSpPr>
          <p:spPr>
            <a:xfrm rot="10800000">
              <a:off x="1800000" y="324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2" name="타원 561">
              <a:extLst>
                <a:ext uri="{FF2B5EF4-FFF2-40B4-BE49-F238E27FC236}">
                  <a16:creationId xmlns:a16="http://schemas.microsoft.com/office/drawing/2014/main" id="{B25D4C93-EDB9-1D9B-82F3-000F2C4D524E}"/>
                </a:ext>
              </a:extLst>
            </p:cNvPr>
            <p:cNvSpPr/>
            <p:nvPr/>
          </p:nvSpPr>
          <p:spPr>
            <a:xfrm rot="10800000">
              <a:off x="2340000" y="306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3" name="타원 562">
              <a:extLst>
                <a:ext uri="{FF2B5EF4-FFF2-40B4-BE49-F238E27FC236}">
                  <a16:creationId xmlns:a16="http://schemas.microsoft.com/office/drawing/2014/main" id="{7A0938A3-1C90-AB4E-6E02-5CC599F86E6D}"/>
                </a:ext>
              </a:extLst>
            </p:cNvPr>
            <p:cNvSpPr/>
            <p:nvPr/>
          </p:nvSpPr>
          <p:spPr>
            <a:xfrm rot="10800000">
              <a:off x="2160000" y="306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4" name="타원 563">
              <a:extLst>
                <a:ext uri="{FF2B5EF4-FFF2-40B4-BE49-F238E27FC236}">
                  <a16:creationId xmlns:a16="http://schemas.microsoft.com/office/drawing/2014/main" id="{1AD446B0-18B6-C116-7C64-709492FDB6AC}"/>
                </a:ext>
              </a:extLst>
            </p:cNvPr>
            <p:cNvSpPr/>
            <p:nvPr/>
          </p:nvSpPr>
          <p:spPr>
            <a:xfrm rot="10800000">
              <a:off x="1980000" y="306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5" name="타원 564">
              <a:extLst>
                <a:ext uri="{FF2B5EF4-FFF2-40B4-BE49-F238E27FC236}">
                  <a16:creationId xmlns:a16="http://schemas.microsoft.com/office/drawing/2014/main" id="{5A7C8411-E253-CB8F-94BB-EBD8C618E30E}"/>
                </a:ext>
              </a:extLst>
            </p:cNvPr>
            <p:cNvSpPr/>
            <p:nvPr/>
          </p:nvSpPr>
          <p:spPr>
            <a:xfrm rot="10800000">
              <a:off x="1800000" y="306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8" name="타원 567">
              <a:extLst>
                <a:ext uri="{FF2B5EF4-FFF2-40B4-BE49-F238E27FC236}">
                  <a16:creationId xmlns:a16="http://schemas.microsoft.com/office/drawing/2014/main" id="{83042770-2D57-3EAA-188C-9CB1129E983C}"/>
                </a:ext>
              </a:extLst>
            </p:cNvPr>
            <p:cNvSpPr/>
            <p:nvPr/>
          </p:nvSpPr>
          <p:spPr>
            <a:xfrm rot="10800000">
              <a:off x="1512000" y="1764000"/>
              <a:ext cx="180000" cy="180000"/>
            </a:xfrm>
            <a:prstGeom prst="ellipse">
              <a:avLst/>
            </a:prstGeom>
            <a:solidFill>
              <a:schemeClr val="accent4"/>
            </a:solidFill>
            <a:ln w="25400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594" name="직사각형 593">
              <a:extLst>
                <a:ext uri="{FF2B5EF4-FFF2-40B4-BE49-F238E27FC236}">
                  <a16:creationId xmlns:a16="http://schemas.microsoft.com/office/drawing/2014/main" id="{DB628BC0-D5D4-3383-D6DE-001E31D785D4}"/>
                </a:ext>
              </a:extLst>
            </p:cNvPr>
            <p:cNvSpPr/>
            <p:nvPr/>
          </p:nvSpPr>
          <p:spPr>
            <a:xfrm>
              <a:off x="1440000" y="-720000"/>
              <a:ext cx="360000" cy="2448000"/>
            </a:xfrm>
            <a:prstGeom prst="rect">
              <a:avLst/>
            </a:prstGeom>
            <a:solidFill>
              <a:schemeClr val="bg2">
                <a:alpha val="34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596" name="그룹 595">
            <a:extLst>
              <a:ext uri="{FF2B5EF4-FFF2-40B4-BE49-F238E27FC236}">
                <a16:creationId xmlns:a16="http://schemas.microsoft.com/office/drawing/2014/main" id="{7E7B155D-D4BE-FC2A-EB84-0B30938DA265}"/>
              </a:ext>
            </a:extLst>
          </p:cNvPr>
          <p:cNvGrpSpPr/>
          <p:nvPr/>
        </p:nvGrpSpPr>
        <p:grpSpPr>
          <a:xfrm>
            <a:off x="972000" y="1548001"/>
            <a:ext cx="684000" cy="936000"/>
            <a:chOff x="6096000" y="849487"/>
            <a:chExt cx="684000" cy="936000"/>
          </a:xfrm>
        </p:grpSpPr>
        <p:sp>
          <p:nvSpPr>
            <p:cNvPr id="553" name="직사각형 552">
              <a:extLst>
                <a:ext uri="{FF2B5EF4-FFF2-40B4-BE49-F238E27FC236}">
                  <a16:creationId xmlns:a16="http://schemas.microsoft.com/office/drawing/2014/main" id="{BDCA663E-2260-3DB8-1CBF-A82C90CDD294}"/>
                </a:ext>
              </a:extLst>
            </p:cNvPr>
            <p:cNvSpPr/>
            <p:nvPr/>
          </p:nvSpPr>
          <p:spPr>
            <a:xfrm rot="10800000">
              <a:off x="6096000" y="849487"/>
              <a:ext cx="684000" cy="936000"/>
            </a:xfrm>
            <a:prstGeom prst="rect">
              <a:avLst/>
            </a:prstGeom>
            <a:solidFill>
              <a:srgbClr val="00B0F0">
                <a:alpha val="38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554" name="타원 553">
              <a:extLst>
                <a:ext uri="{FF2B5EF4-FFF2-40B4-BE49-F238E27FC236}">
                  <a16:creationId xmlns:a16="http://schemas.microsoft.com/office/drawing/2014/main" id="{57859ADC-7FEB-4D91-2544-EA0C739B5C4C}"/>
                </a:ext>
              </a:extLst>
            </p:cNvPr>
            <p:cNvSpPr/>
            <p:nvPr/>
          </p:nvSpPr>
          <p:spPr>
            <a:xfrm rot="10800000">
              <a:off x="6564000" y="1641487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55" name="타원 554">
              <a:extLst>
                <a:ext uri="{FF2B5EF4-FFF2-40B4-BE49-F238E27FC236}">
                  <a16:creationId xmlns:a16="http://schemas.microsoft.com/office/drawing/2014/main" id="{1540A165-C246-3A13-C367-B5216FFBE6D8}"/>
                </a:ext>
              </a:extLst>
            </p:cNvPr>
            <p:cNvSpPr/>
            <p:nvPr/>
          </p:nvSpPr>
          <p:spPr>
            <a:xfrm rot="10800000">
              <a:off x="6384000" y="1641487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56" name="타원 555">
              <a:extLst>
                <a:ext uri="{FF2B5EF4-FFF2-40B4-BE49-F238E27FC236}">
                  <a16:creationId xmlns:a16="http://schemas.microsoft.com/office/drawing/2014/main" id="{55A56D6F-D1A2-E228-9552-97D22D99A058}"/>
                </a:ext>
              </a:extLst>
            </p:cNvPr>
            <p:cNvSpPr/>
            <p:nvPr/>
          </p:nvSpPr>
          <p:spPr>
            <a:xfrm>
              <a:off x="6204000" y="1641487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K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</p:grpSp>
      <p:cxnSp>
        <p:nvCxnSpPr>
          <p:cNvPr id="705" name="연결선: 구부러짐 704">
            <a:extLst>
              <a:ext uri="{FF2B5EF4-FFF2-40B4-BE49-F238E27FC236}">
                <a16:creationId xmlns:a16="http://schemas.microsoft.com/office/drawing/2014/main" id="{8C921F68-CE43-B4AB-89F8-FA2999768709}"/>
              </a:ext>
            </a:extLst>
          </p:cNvPr>
          <p:cNvCxnSpPr>
            <a:cxnSpLocks/>
            <a:stCxn id="564" idx="4"/>
            <a:endCxn id="442" idx="2"/>
          </p:cNvCxnSpPr>
          <p:nvPr/>
        </p:nvCxnSpPr>
        <p:spPr>
          <a:xfrm rot="5400000" flipH="1" flipV="1">
            <a:off x="1944001" y="2124001"/>
            <a:ext cx="2106000" cy="2646000"/>
          </a:xfrm>
          <a:prstGeom prst="curvedConnector2">
            <a:avLst/>
          </a:prstGeom>
          <a:ln w="15875">
            <a:solidFill>
              <a:srgbClr val="CC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8" name="연결선: 구부러짐 707">
            <a:extLst>
              <a:ext uri="{FF2B5EF4-FFF2-40B4-BE49-F238E27FC236}">
                <a16:creationId xmlns:a16="http://schemas.microsoft.com/office/drawing/2014/main" id="{136974D3-600A-EB81-1525-B6202E1A5153}"/>
              </a:ext>
            </a:extLst>
          </p:cNvPr>
          <p:cNvCxnSpPr>
            <a:cxnSpLocks/>
            <a:stCxn id="560" idx="4"/>
            <a:endCxn id="447" idx="2"/>
          </p:cNvCxnSpPr>
          <p:nvPr/>
        </p:nvCxnSpPr>
        <p:spPr>
          <a:xfrm rot="5400000" flipH="1" flipV="1">
            <a:off x="1944001" y="2304001"/>
            <a:ext cx="2106000" cy="2646000"/>
          </a:xfrm>
          <a:prstGeom prst="curvedConnector2">
            <a:avLst/>
          </a:prstGeom>
          <a:ln w="15875">
            <a:solidFill>
              <a:srgbClr val="CC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1" name="연결선: 구부러짐 710">
            <a:extLst>
              <a:ext uri="{FF2B5EF4-FFF2-40B4-BE49-F238E27FC236}">
                <a16:creationId xmlns:a16="http://schemas.microsoft.com/office/drawing/2014/main" id="{56513FAA-FC0D-BFD8-2CB5-D8118238F026}"/>
              </a:ext>
            </a:extLst>
          </p:cNvPr>
          <p:cNvCxnSpPr>
            <a:cxnSpLocks/>
            <a:stCxn id="563" idx="4"/>
            <a:endCxn id="446" idx="2"/>
          </p:cNvCxnSpPr>
          <p:nvPr/>
        </p:nvCxnSpPr>
        <p:spPr>
          <a:xfrm rot="5400000" flipH="1" flipV="1">
            <a:off x="2214001" y="2394001"/>
            <a:ext cx="1746000" cy="2466000"/>
          </a:xfrm>
          <a:prstGeom prst="curvedConnector2">
            <a:avLst/>
          </a:prstGeom>
          <a:ln w="15875">
            <a:solidFill>
              <a:srgbClr val="CC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4" name="연결선: 구부러짐 713">
            <a:extLst>
              <a:ext uri="{FF2B5EF4-FFF2-40B4-BE49-F238E27FC236}">
                <a16:creationId xmlns:a16="http://schemas.microsoft.com/office/drawing/2014/main" id="{681A4C69-C45A-7A6F-B973-BCA9556102E3}"/>
              </a:ext>
            </a:extLst>
          </p:cNvPr>
          <p:cNvCxnSpPr>
            <a:cxnSpLocks/>
            <a:stCxn id="559" idx="4"/>
            <a:endCxn id="445" idx="2"/>
          </p:cNvCxnSpPr>
          <p:nvPr/>
        </p:nvCxnSpPr>
        <p:spPr>
          <a:xfrm rot="5400000" flipH="1" flipV="1">
            <a:off x="2214001" y="2574001"/>
            <a:ext cx="1746000" cy="2466000"/>
          </a:xfrm>
          <a:prstGeom prst="curvedConnector2">
            <a:avLst/>
          </a:prstGeom>
          <a:ln w="15875">
            <a:solidFill>
              <a:srgbClr val="CC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2" name="연결선: 구부러짐 721">
            <a:extLst>
              <a:ext uri="{FF2B5EF4-FFF2-40B4-BE49-F238E27FC236}">
                <a16:creationId xmlns:a16="http://schemas.microsoft.com/office/drawing/2014/main" id="{2690DA27-CFD8-1860-2712-24274CD8BD49}"/>
              </a:ext>
            </a:extLst>
          </p:cNvPr>
          <p:cNvCxnSpPr>
            <a:cxnSpLocks/>
            <a:stCxn id="562" idx="4"/>
            <a:endCxn id="444" idx="2"/>
          </p:cNvCxnSpPr>
          <p:nvPr/>
        </p:nvCxnSpPr>
        <p:spPr>
          <a:xfrm rot="5400000" flipH="1" flipV="1">
            <a:off x="2484001" y="2664001"/>
            <a:ext cx="1386000" cy="2286000"/>
          </a:xfrm>
          <a:prstGeom prst="curvedConnector2">
            <a:avLst/>
          </a:prstGeom>
          <a:ln w="15875">
            <a:solidFill>
              <a:srgbClr val="CC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5" name="연결선: 구부러짐 724">
            <a:extLst>
              <a:ext uri="{FF2B5EF4-FFF2-40B4-BE49-F238E27FC236}">
                <a16:creationId xmlns:a16="http://schemas.microsoft.com/office/drawing/2014/main" id="{7544CEEE-65B4-D36D-0E2F-4515247FDA4F}"/>
              </a:ext>
            </a:extLst>
          </p:cNvPr>
          <p:cNvCxnSpPr>
            <a:cxnSpLocks/>
            <a:stCxn id="558" idx="4"/>
            <a:endCxn id="443" idx="2"/>
          </p:cNvCxnSpPr>
          <p:nvPr/>
        </p:nvCxnSpPr>
        <p:spPr>
          <a:xfrm rot="5400000" flipH="1" flipV="1">
            <a:off x="2484001" y="2844001"/>
            <a:ext cx="1386000" cy="2286000"/>
          </a:xfrm>
          <a:prstGeom prst="curvedConnector2">
            <a:avLst/>
          </a:prstGeom>
          <a:ln w="15875">
            <a:solidFill>
              <a:srgbClr val="CC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7" name="그룹 596">
            <a:extLst>
              <a:ext uri="{FF2B5EF4-FFF2-40B4-BE49-F238E27FC236}">
                <a16:creationId xmlns:a16="http://schemas.microsoft.com/office/drawing/2014/main" id="{C6B662FF-2685-9644-4391-685E75866EE1}"/>
              </a:ext>
            </a:extLst>
          </p:cNvPr>
          <p:cNvGrpSpPr/>
          <p:nvPr/>
        </p:nvGrpSpPr>
        <p:grpSpPr>
          <a:xfrm>
            <a:off x="2016000" y="2232001"/>
            <a:ext cx="756000" cy="792000"/>
            <a:chOff x="6876675" y="759000"/>
            <a:chExt cx="756000" cy="792000"/>
          </a:xfrm>
        </p:grpSpPr>
        <p:sp>
          <p:nvSpPr>
            <p:cNvPr id="546" name="직사각형 545">
              <a:extLst>
                <a:ext uri="{FF2B5EF4-FFF2-40B4-BE49-F238E27FC236}">
                  <a16:creationId xmlns:a16="http://schemas.microsoft.com/office/drawing/2014/main" id="{C0D6050F-C8A1-1714-2263-D52A60B644DA}"/>
                </a:ext>
              </a:extLst>
            </p:cNvPr>
            <p:cNvSpPr/>
            <p:nvPr/>
          </p:nvSpPr>
          <p:spPr>
            <a:xfrm rot="10800000">
              <a:off x="6876675" y="759000"/>
              <a:ext cx="756000" cy="792000"/>
            </a:xfrm>
            <a:prstGeom prst="rect">
              <a:avLst/>
            </a:prstGeom>
            <a:solidFill>
              <a:schemeClr val="accent2">
                <a:lumMod val="75000"/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7" name="타원 546">
              <a:extLst>
                <a:ext uri="{FF2B5EF4-FFF2-40B4-BE49-F238E27FC236}">
                  <a16:creationId xmlns:a16="http://schemas.microsoft.com/office/drawing/2014/main" id="{5D23AC57-FBB2-A4E6-E1BD-83F15D6C6FF7}"/>
                </a:ext>
              </a:extLst>
            </p:cNvPr>
            <p:cNvSpPr/>
            <p:nvPr/>
          </p:nvSpPr>
          <p:spPr>
            <a:xfrm rot="10800000">
              <a:off x="7380675" y="1407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8" name="타원 547">
              <a:extLst>
                <a:ext uri="{FF2B5EF4-FFF2-40B4-BE49-F238E27FC236}">
                  <a16:creationId xmlns:a16="http://schemas.microsoft.com/office/drawing/2014/main" id="{EF0CA013-BCF4-395D-F008-DB466CEC2D40}"/>
                </a:ext>
              </a:extLst>
            </p:cNvPr>
            <p:cNvSpPr/>
            <p:nvPr/>
          </p:nvSpPr>
          <p:spPr>
            <a:xfrm>
              <a:off x="7200675" y="1407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M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549" name="타원 548">
              <a:extLst>
                <a:ext uri="{FF2B5EF4-FFF2-40B4-BE49-F238E27FC236}">
                  <a16:creationId xmlns:a16="http://schemas.microsoft.com/office/drawing/2014/main" id="{12ADCCCC-3856-A580-18D7-5CD4A6E44B3D}"/>
                </a:ext>
              </a:extLst>
            </p:cNvPr>
            <p:cNvSpPr/>
            <p:nvPr/>
          </p:nvSpPr>
          <p:spPr>
            <a:xfrm rot="10800000">
              <a:off x="7020675" y="1407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584" name="그룹 583">
            <a:extLst>
              <a:ext uri="{FF2B5EF4-FFF2-40B4-BE49-F238E27FC236}">
                <a16:creationId xmlns:a16="http://schemas.microsoft.com/office/drawing/2014/main" id="{085F0430-4AA9-9C80-4FD3-3AE4EE5788DB}"/>
              </a:ext>
            </a:extLst>
          </p:cNvPr>
          <p:cNvGrpSpPr/>
          <p:nvPr/>
        </p:nvGrpSpPr>
        <p:grpSpPr>
          <a:xfrm>
            <a:off x="3636000" y="4536001"/>
            <a:ext cx="936000" cy="432000"/>
            <a:chOff x="4176000" y="3096000"/>
            <a:chExt cx="936000" cy="432000"/>
          </a:xfrm>
        </p:grpSpPr>
        <p:sp>
          <p:nvSpPr>
            <p:cNvPr id="579" name="직사각형 578">
              <a:extLst>
                <a:ext uri="{FF2B5EF4-FFF2-40B4-BE49-F238E27FC236}">
                  <a16:creationId xmlns:a16="http://schemas.microsoft.com/office/drawing/2014/main" id="{F09714DA-071A-20C4-89FB-34CA79E604E2}"/>
                </a:ext>
              </a:extLst>
            </p:cNvPr>
            <p:cNvSpPr/>
            <p:nvPr/>
          </p:nvSpPr>
          <p:spPr>
            <a:xfrm>
              <a:off x="4176000" y="3096000"/>
              <a:ext cx="936000" cy="432000"/>
            </a:xfrm>
            <a:prstGeom prst="rect">
              <a:avLst/>
            </a:prstGeom>
            <a:solidFill>
              <a:schemeClr val="bg1">
                <a:alpha val="48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0" name="타원 579">
              <a:extLst>
                <a:ext uri="{FF2B5EF4-FFF2-40B4-BE49-F238E27FC236}">
                  <a16:creationId xmlns:a16="http://schemas.microsoft.com/office/drawing/2014/main" id="{3A0B08CE-E5CB-0FF9-5BDF-27F9F8C057F1}"/>
                </a:ext>
              </a:extLst>
            </p:cNvPr>
            <p:cNvSpPr/>
            <p:nvPr/>
          </p:nvSpPr>
          <p:spPr>
            <a:xfrm>
              <a:off x="4320000" y="324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581" name="타원 580">
              <a:extLst>
                <a:ext uri="{FF2B5EF4-FFF2-40B4-BE49-F238E27FC236}">
                  <a16:creationId xmlns:a16="http://schemas.microsoft.com/office/drawing/2014/main" id="{9BF631AD-E802-88D7-CAEE-89033B0A3A62}"/>
                </a:ext>
              </a:extLst>
            </p:cNvPr>
            <p:cNvSpPr/>
            <p:nvPr/>
          </p:nvSpPr>
          <p:spPr>
            <a:xfrm>
              <a:off x="4500000" y="324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2" name="타원 581">
              <a:extLst>
                <a:ext uri="{FF2B5EF4-FFF2-40B4-BE49-F238E27FC236}">
                  <a16:creationId xmlns:a16="http://schemas.microsoft.com/office/drawing/2014/main" id="{44A1CFCB-D8EE-2EED-B73A-21D9D7F32422}"/>
                </a:ext>
              </a:extLst>
            </p:cNvPr>
            <p:cNvSpPr/>
            <p:nvPr/>
          </p:nvSpPr>
          <p:spPr>
            <a:xfrm>
              <a:off x="4680000" y="324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3" name="타원 582">
              <a:extLst>
                <a:ext uri="{FF2B5EF4-FFF2-40B4-BE49-F238E27FC236}">
                  <a16:creationId xmlns:a16="http://schemas.microsoft.com/office/drawing/2014/main" id="{24B28D33-5A50-5805-E9F1-D87ED6EE6525}"/>
                </a:ext>
              </a:extLst>
            </p:cNvPr>
            <p:cNvSpPr/>
            <p:nvPr/>
          </p:nvSpPr>
          <p:spPr>
            <a:xfrm>
              <a:off x="4860000" y="324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92D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588" name="그룹 587">
            <a:extLst>
              <a:ext uri="{FF2B5EF4-FFF2-40B4-BE49-F238E27FC236}">
                <a16:creationId xmlns:a16="http://schemas.microsoft.com/office/drawing/2014/main" id="{2F867FA5-C49E-E3C0-4319-29BC979B0026}"/>
              </a:ext>
            </a:extLst>
          </p:cNvPr>
          <p:cNvGrpSpPr/>
          <p:nvPr/>
        </p:nvGrpSpPr>
        <p:grpSpPr>
          <a:xfrm>
            <a:off x="2736000" y="4428001"/>
            <a:ext cx="756000" cy="540000"/>
            <a:chOff x="5760000" y="2844000"/>
            <a:chExt cx="756000" cy="540000"/>
          </a:xfrm>
        </p:grpSpPr>
        <p:sp>
          <p:nvSpPr>
            <p:cNvPr id="585" name="직사각형 584">
              <a:extLst>
                <a:ext uri="{FF2B5EF4-FFF2-40B4-BE49-F238E27FC236}">
                  <a16:creationId xmlns:a16="http://schemas.microsoft.com/office/drawing/2014/main" id="{C061DB26-24A4-A1AC-11DE-C1F5AD932453}"/>
                </a:ext>
              </a:extLst>
            </p:cNvPr>
            <p:cNvSpPr/>
            <p:nvPr/>
          </p:nvSpPr>
          <p:spPr>
            <a:xfrm>
              <a:off x="5760000" y="2844000"/>
              <a:ext cx="756000" cy="540000"/>
            </a:xfrm>
            <a:prstGeom prst="rect">
              <a:avLst/>
            </a:prstGeom>
            <a:solidFill>
              <a:srgbClr val="FFFF00">
                <a:alpha val="37000"/>
              </a:srgbClr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586" name="타원 585">
              <a:extLst>
                <a:ext uri="{FF2B5EF4-FFF2-40B4-BE49-F238E27FC236}">
                  <a16:creationId xmlns:a16="http://schemas.microsoft.com/office/drawing/2014/main" id="{4A16397E-706B-3232-6CF9-3D47AE4AA1A9}"/>
                </a:ext>
              </a:extLst>
            </p:cNvPr>
            <p:cNvSpPr/>
            <p:nvPr/>
          </p:nvSpPr>
          <p:spPr>
            <a:xfrm>
              <a:off x="5904000" y="3096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587" name="타원 586">
              <a:extLst>
                <a:ext uri="{FF2B5EF4-FFF2-40B4-BE49-F238E27FC236}">
                  <a16:creationId xmlns:a16="http://schemas.microsoft.com/office/drawing/2014/main" id="{2D8F8BFA-CC68-5569-196D-685913A04C36}"/>
                </a:ext>
              </a:extLst>
            </p:cNvPr>
            <p:cNvSpPr/>
            <p:nvPr/>
          </p:nvSpPr>
          <p:spPr>
            <a:xfrm>
              <a:off x="6264000" y="3096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</p:grpSp>
      <p:grpSp>
        <p:nvGrpSpPr>
          <p:cNvPr id="607" name="그룹 606">
            <a:extLst>
              <a:ext uri="{FF2B5EF4-FFF2-40B4-BE49-F238E27FC236}">
                <a16:creationId xmlns:a16="http://schemas.microsoft.com/office/drawing/2014/main" id="{7676CA63-006F-03AE-2252-0940D87802DD}"/>
              </a:ext>
            </a:extLst>
          </p:cNvPr>
          <p:cNvGrpSpPr/>
          <p:nvPr/>
        </p:nvGrpSpPr>
        <p:grpSpPr>
          <a:xfrm rot="5400000">
            <a:off x="2520000" y="3924001"/>
            <a:ext cx="828000" cy="180000"/>
            <a:chOff x="4860000" y="4284000"/>
            <a:chExt cx="828000" cy="180000"/>
          </a:xfrm>
        </p:grpSpPr>
        <p:sp>
          <p:nvSpPr>
            <p:cNvPr id="599" name="사각형: 둥근 모서리 598">
              <a:extLst>
                <a:ext uri="{FF2B5EF4-FFF2-40B4-BE49-F238E27FC236}">
                  <a16:creationId xmlns:a16="http://schemas.microsoft.com/office/drawing/2014/main" id="{D681C6AD-04B3-12B2-4F03-F15793CAD855}"/>
                </a:ext>
              </a:extLst>
            </p:cNvPr>
            <p:cNvSpPr/>
            <p:nvPr/>
          </p:nvSpPr>
          <p:spPr>
            <a:xfrm>
              <a:off x="5004000" y="4284000"/>
              <a:ext cx="540000" cy="180000"/>
            </a:xfrm>
            <a:prstGeom prst="roundRect">
              <a:avLst>
                <a:gd name="adj" fmla="val 50000"/>
              </a:avLst>
            </a:prstGeom>
            <a:solidFill>
              <a:schemeClr val="accent4">
                <a:lumMod val="50000"/>
                <a:alpha val="38000"/>
              </a:schemeClr>
            </a:solidFill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fr-FR" altLang="ko-KR" sz="12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100K</a:t>
              </a:r>
              <a:endParaRPr lang="ko-KR" altLang="en-US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00" name="타원 599">
              <a:extLst>
                <a:ext uri="{FF2B5EF4-FFF2-40B4-BE49-F238E27FC236}">
                  <a16:creationId xmlns:a16="http://schemas.microsoft.com/office/drawing/2014/main" id="{4D0CF15E-0F54-D93D-B515-4FB131338AAD}"/>
                </a:ext>
              </a:extLst>
            </p:cNvPr>
            <p:cNvSpPr/>
            <p:nvPr/>
          </p:nvSpPr>
          <p:spPr>
            <a:xfrm>
              <a:off x="5580000" y="43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01" name="타원 600">
              <a:extLst>
                <a:ext uri="{FF2B5EF4-FFF2-40B4-BE49-F238E27FC236}">
                  <a16:creationId xmlns:a16="http://schemas.microsoft.com/office/drawing/2014/main" id="{8CD429AE-8096-5ED5-A94A-0B972A0B4935}"/>
                </a:ext>
              </a:extLst>
            </p:cNvPr>
            <p:cNvSpPr/>
            <p:nvPr/>
          </p:nvSpPr>
          <p:spPr>
            <a:xfrm>
              <a:off x="4860000" y="43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cxnSp>
          <p:nvCxnSpPr>
            <p:cNvPr id="603" name="직선 연결선 602">
              <a:extLst>
                <a:ext uri="{FF2B5EF4-FFF2-40B4-BE49-F238E27FC236}">
                  <a16:creationId xmlns:a16="http://schemas.microsoft.com/office/drawing/2014/main" id="{D38D84D6-B522-4138-AB49-6B86509DEAFF}"/>
                </a:ext>
              </a:extLst>
            </p:cNvPr>
            <p:cNvCxnSpPr>
              <a:stCxn id="601" idx="6"/>
              <a:endCxn id="599" idx="1"/>
            </p:cNvCxnSpPr>
            <p:nvPr/>
          </p:nvCxnSpPr>
          <p:spPr>
            <a:xfrm>
              <a:off x="4968000" y="4374000"/>
              <a:ext cx="36000" cy="0"/>
            </a:xfrm>
            <a:prstGeom prst="line">
              <a:avLst/>
            </a:prstGeom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4" name="직선 연결선 603">
              <a:extLst>
                <a:ext uri="{FF2B5EF4-FFF2-40B4-BE49-F238E27FC236}">
                  <a16:creationId xmlns:a16="http://schemas.microsoft.com/office/drawing/2014/main" id="{6A3E3147-A724-5D5B-1AE6-44BC7D3D325F}"/>
                </a:ext>
              </a:extLst>
            </p:cNvPr>
            <p:cNvCxnSpPr>
              <a:cxnSpLocks/>
              <a:stCxn id="599" idx="3"/>
              <a:endCxn id="600" idx="2"/>
            </p:cNvCxnSpPr>
            <p:nvPr/>
          </p:nvCxnSpPr>
          <p:spPr>
            <a:xfrm>
              <a:off x="5544000" y="4374000"/>
              <a:ext cx="36000" cy="0"/>
            </a:xfrm>
            <a:prstGeom prst="line">
              <a:avLst/>
            </a:prstGeom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8" name="그룹 607">
            <a:extLst>
              <a:ext uri="{FF2B5EF4-FFF2-40B4-BE49-F238E27FC236}">
                <a16:creationId xmlns:a16="http://schemas.microsoft.com/office/drawing/2014/main" id="{BB7FBE26-EDCC-9D34-7F96-69A2FE2B380C}"/>
              </a:ext>
            </a:extLst>
          </p:cNvPr>
          <p:cNvGrpSpPr/>
          <p:nvPr/>
        </p:nvGrpSpPr>
        <p:grpSpPr>
          <a:xfrm rot="5400000">
            <a:off x="1980000" y="3384001"/>
            <a:ext cx="828000" cy="180000"/>
            <a:chOff x="4860000" y="4284002"/>
            <a:chExt cx="828000" cy="180000"/>
          </a:xfrm>
        </p:grpSpPr>
        <p:sp>
          <p:nvSpPr>
            <p:cNvPr id="609" name="사각형: 둥근 모서리 608">
              <a:extLst>
                <a:ext uri="{FF2B5EF4-FFF2-40B4-BE49-F238E27FC236}">
                  <a16:creationId xmlns:a16="http://schemas.microsoft.com/office/drawing/2014/main" id="{BF660E92-FABD-7AA5-2E45-3A8D02C8E7F5}"/>
                </a:ext>
              </a:extLst>
            </p:cNvPr>
            <p:cNvSpPr/>
            <p:nvPr/>
          </p:nvSpPr>
          <p:spPr>
            <a:xfrm>
              <a:off x="5003998" y="4284002"/>
              <a:ext cx="540000" cy="180000"/>
            </a:xfrm>
            <a:prstGeom prst="roundRect">
              <a:avLst>
                <a:gd name="adj" fmla="val 50000"/>
              </a:avLst>
            </a:prstGeom>
            <a:solidFill>
              <a:schemeClr val="accent4">
                <a:lumMod val="50000"/>
                <a:alpha val="38000"/>
              </a:schemeClr>
            </a:solidFill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fr-FR" altLang="ko-KR" sz="12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10K</a:t>
              </a:r>
              <a:endParaRPr lang="ko-KR" altLang="en-US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10" name="타원 609">
              <a:extLst>
                <a:ext uri="{FF2B5EF4-FFF2-40B4-BE49-F238E27FC236}">
                  <a16:creationId xmlns:a16="http://schemas.microsoft.com/office/drawing/2014/main" id="{CB7E7939-E3C3-842B-AABA-C4AB222D199A}"/>
                </a:ext>
              </a:extLst>
            </p:cNvPr>
            <p:cNvSpPr/>
            <p:nvPr/>
          </p:nvSpPr>
          <p:spPr>
            <a:xfrm>
              <a:off x="5580000" y="43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11" name="타원 610">
              <a:extLst>
                <a:ext uri="{FF2B5EF4-FFF2-40B4-BE49-F238E27FC236}">
                  <a16:creationId xmlns:a16="http://schemas.microsoft.com/office/drawing/2014/main" id="{8EC466C7-D871-26D9-490B-FA484FD594C6}"/>
                </a:ext>
              </a:extLst>
            </p:cNvPr>
            <p:cNvSpPr/>
            <p:nvPr/>
          </p:nvSpPr>
          <p:spPr>
            <a:xfrm>
              <a:off x="4860000" y="43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cxnSp>
          <p:nvCxnSpPr>
            <p:cNvPr id="612" name="직선 연결선 611">
              <a:extLst>
                <a:ext uri="{FF2B5EF4-FFF2-40B4-BE49-F238E27FC236}">
                  <a16:creationId xmlns:a16="http://schemas.microsoft.com/office/drawing/2014/main" id="{3EAC6EA1-6D77-0559-7ADB-32A3EEF6C477}"/>
                </a:ext>
              </a:extLst>
            </p:cNvPr>
            <p:cNvCxnSpPr>
              <a:stCxn id="611" idx="6"/>
              <a:endCxn id="609" idx="1"/>
            </p:cNvCxnSpPr>
            <p:nvPr/>
          </p:nvCxnSpPr>
          <p:spPr>
            <a:xfrm>
              <a:off x="4968000" y="4374000"/>
              <a:ext cx="36000" cy="0"/>
            </a:xfrm>
            <a:prstGeom prst="line">
              <a:avLst/>
            </a:prstGeom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3" name="직선 연결선 612">
              <a:extLst>
                <a:ext uri="{FF2B5EF4-FFF2-40B4-BE49-F238E27FC236}">
                  <a16:creationId xmlns:a16="http://schemas.microsoft.com/office/drawing/2014/main" id="{560FCA52-CAF9-597A-35B1-B128161BEA35}"/>
                </a:ext>
              </a:extLst>
            </p:cNvPr>
            <p:cNvCxnSpPr>
              <a:cxnSpLocks/>
              <a:stCxn id="609" idx="3"/>
              <a:endCxn id="610" idx="2"/>
            </p:cNvCxnSpPr>
            <p:nvPr/>
          </p:nvCxnSpPr>
          <p:spPr>
            <a:xfrm>
              <a:off x="5544000" y="4374000"/>
              <a:ext cx="36000" cy="0"/>
            </a:xfrm>
            <a:prstGeom prst="line">
              <a:avLst/>
            </a:prstGeom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17" name="타원 616">
            <a:extLst>
              <a:ext uri="{FF2B5EF4-FFF2-40B4-BE49-F238E27FC236}">
                <a16:creationId xmlns:a16="http://schemas.microsoft.com/office/drawing/2014/main" id="{6DFFCB1E-80B0-29E1-486D-809580BFDF1E}"/>
              </a:ext>
            </a:extLst>
          </p:cNvPr>
          <p:cNvSpPr/>
          <p:nvPr/>
        </p:nvSpPr>
        <p:spPr>
          <a:xfrm>
            <a:off x="2880000" y="3600001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altLang="ko-KR" sz="600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</a:t>
            </a:r>
            <a:endParaRPr lang="ko-KR" altLang="en-US" sz="600" b="1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618" name="타원 617">
            <a:extLst>
              <a:ext uri="{FF2B5EF4-FFF2-40B4-BE49-F238E27FC236}">
                <a16:creationId xmlns:a16="http://schemas.microsoft.com/office/drawing/2014/main" id="{79F16DB6-F8BC-E293-E71B-26E5295FB5A2}"/>
              </a:ext>
            </a:extLst>
          </p:cNvPr>
          <p:cNvSpPr/>
          <p:nvPr/>
        </p:nvSpPr>
        <p:spPr>
          <a:xfrm>
            <a:off x="2340000" y="3780001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619" name="타원 618">
            <a:extLst>
              <a:ext uri="{FF2B5EF4-FFF2-40B4-BE49-F238E27FC236}">
                <a16:creationId xmlns:a16="http://schemas.microsoft.com/office/drawing/2014/main" id="{858ACC21-E1C5-B187-25FC-7A4D26EA86A7}"/>
              </a:ext>
            </a:extLst>
          </p:cNvPr>
          <p:cNvSpPr/>
          <p:nvPr/>
        </p:nvSpPr>
        <p:spPr>
          <a:xfrm rot="10800000">
            <a:off x="2340000" y="3060001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cxnSp>
        <p:nvCxnSpPr>
          <p:cNvPr id="622" name="연결선: 구부러짐 621">
            <a:extLst>
              <a:ext uri="{FF2B5EF4-FFF2-40B4-BE49-F238E27FC236}">
                <a16:creationId xmlns:a16="http://schemas.microsoft.com/office/drawing/2014/main" id="{628C10BB-6559-2B78-B904-B3C5348E9BAD}"/>
              </a:ext>
            </a:extLst>
          </p:cNvPr>
          <p:cNvCxnSpPr>
            <a:stCxn id="549" idx="0"/>
            <a:endCxn id="586" idx="2"/>
          </p:cNvCxnSpPr>
          <p:nvPr/>
        </p:nvCxnSpPr>
        <p:spPr>
          <a:xfrm rot="16200000" flipH="1">
            <a:off x="1674001" y="3528001"/>
            <a:ext cx="1746000" cy="666000"/>
          </a:xfrm>
          <a:prstGeom prst="curvedConnector2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3" name="연결선: 구부러짐 622">
            <a:extLst>
              <a:ext uri="{FF2B5EF4-FFF2-40B4-BE49-F238E27FC236}">
                <a16:creationId xmlns:a16="http://schemas.microsoft.com/office/drawing/2014/main" id="{A3006783-70C8-604A-8E7E-F84DD8992876}"/>
              </a:ext>
            </a:extLst>
          </p:cNvPr>
          <p:cNvCxnSpPr>
            <a:cxnSpLocks/>
            <a:stCxn id="618" idx="6"/>
            <a:endCxn id="617" idx="2"/>
          </p:cNvCxnSpPr>
          <p:nvPr/>
        </p:nvCxnSpPr>
        <p:spPr>
          <a:xfrm flipV="1">
            <a:off x="2448000" y="3654001"/>
            <a:ext cx="432000" cy="180000"/>
          </a:xfrm>
          <a:prstGeom prst="curvedConnector3">
            <a:avLst>
              <a:gd name="adj1" fmla="val 50000"/>
            </a:avLst>
          </a:prstGeom>
          <a:ln w="2540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6" name="연결선: 구부러짐 625">
            <a:extLst>
              <a:ext uri="{FF2B5EF4-FFF2-40B4-BE49-F238E27FC236}">
                <a16:creationId xmlns:a16="http://schemas.microsoft.com/office/drawing/2014/main" id="{01DCB98A-48AB-8DB4-41D2-9AD8387D1986}"/>
              </a:ext>
            </a:extLst>
          </p:cNvPr>
          <p:cNvCxnSpPr>
            <a:cxnSpLocks/>
            <a:stCxn id="792" idx="6"/>
            <a:endCxn id="680" idx="2"/>
          </p:cNvCxnSpPr>
          <p:nvPr/>
        </p:nvCxnSpPr>
        <p:spPr>
          <a:xfrm flipV="1">
            <a:off x="2628000" y="2394001"/>
            <a:ext cx="252000" cy="719999"/>
          </a:xfrm>
          <a:prstGeom prst="curvedConnector3">
            <a:avLst>
              <a:gd name="adj1" fmla="val 50000"/>
            </a:avLst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7" name="연결선: 구부러짐 636">
            <a:extLst>
              <a:ext uri="{FF2B5EF4-FFF2-40B4-BE49-F238E27FC236}">
                <a16:creationId xmlns:a16="http://schemas.microsoft.com/office/drawing/2014/main" id="{18BCCD54-2F88-4CFA-0D55-01A67A47F1CA}"/>
              </a:ext>
            </a:extLst>
          </p:cNvPr>
          <p:cNvCxnSpPr>
            <a:cxnSpLocks/>
            <a:stCxn id="582" idx="0"/>
            <a:endCxn id="441" idx="2"/>
          </p:cNvCxnSpPr>
          <p:nvPr/>
        </p:nvCxnSpPr>
        <p:spPr>
          <a:xfrm rot="5400000" flipH="1" flipV="1">
            <a:off x="3654001" y="4014001"/>
            <a:ext cx="1206000" cy="126000"/>
          </a:xfrm>
          <a:prstGeom prst="curvedConnector2">
            <a:avLst/>
          </a:prstGeom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연결선: 구부러짐 640">
            <a:extLst>
              <a:ext uri="{FF2B5EF4-FFF2-40B4-BE49-F238E27FC236}">
                <a16:creationId xmlns:a16="http://schemas.microsoft.com/office/drawing/2014/main" id="{3EECDEEE-03BE-1AC0-DBB2-FBDEA89A57AC}"/>
              </a:ext>
            </a:extLst>
          </p:cNvPr>
          <p:cNvCxnSpPr>
            <a:cxnSpLocks/>
            <a:endCxn id="429" idx="2"/>
          </p:cNvCxnSpPr>
          <p:nvPr/>
        </p:nvCxnSpPr>
        <p:spPr>
          <a:xfrm rot="5400000" flipH="1" flipV="1">
            <a:off x="3128456" y="3295707"/>
            <a:ext cx="2273250" cy="469838"/>
          </a:xfrm>
          <a:prstGeom prst="curvedConnector2">
            <a:avLst/>
          </a:prstGeom>
          <a:ln w="158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7" name="연결선: 구부러짐 646">
            <a:extLst>
              <a:ext uri="{FF2B5EF4-FFF2-40B4-BE49-F238E27FC236}">
                <a16:creationId xmlns:a16="http://schemas.microsoft.com/office/drawing/2014/main" id="{4539E850-E828-E506-ADAE-49548D7D794B}"/>
              </a:ext>
            </a:extLst>
          </p:cNvPr>
          <p:cNvCxnSpPr>
            <a:cxnSpLocks/>
            <a:stCxn id="458" idx="6"/>
            <a:endCxn id="697" idx="6"/>
          </p:cNvCxnSpPr>
          <p:nvPr/>
        </p:nvCxnSpPr>
        <p:spPr>
          <a:xfrm>
            <a:off x="3168000" y="2574001"/>
            <a:ext cx="12700" cy="539999"/>
          </a:xfrm>
          <a:prstGeom prst="curvedConnector3">
            <a:avLst>
              <a:gd name="adj1" fmla="val 1800000"/>
            </a:avLst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1" name="연결선: 구부러짐 650">
            <a:extLst>
              <a:ext uri="{FF2B5EF4-FFF2-40B4-BE49-F238E27FC236}">
                <a16:creationId xmlns:a16="http://schemas.microsoft.com/office/drawing/2014/main" id="{AE4FD075-FEDF-277B-517F-F7F9F4E1404E}"/>
              </a:ext>
            </a:extLst>
          </p:cNvPr>
          <p:cNvCxnSpPr>
            <a:cxnSpLocks/>
            <a:stCxn id="802" idx="6"/>
            <a:endCxn id="548" idx="0"/>
          </p:cNvCxnSpPr>
          <p:nvPr/>
        </p:nvCxnSpPr>
        <p:spPr>
          <a:xfrm rot="10800000" flipV="1">
            <a:off x="2394000" y="2574001"/>
            <a:ext cx="306000" cy="306000"/>
          </a:xfrm>
          <a:prstGeom prst="curvedConnector2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4" name="연결선: 구부러짐 653">
            <a:extLst>
              <a:ext uri="{FF2B5EF4-FFF2-40B4-BE49-F238E27FC236}">
                <a16:creationId xmlns:a16="http://schemas.microsoft.com/office/drawing/2014/main" id="{149ECCDF-1661-A0AB-63F2-781AE2170F32}"/>
              </a:ext>
            </a:extLst>
          </p:cNvPr>
          <p:cNvCxnSpPr>
            <a:cxnSpLocks/>
            <a:stCxn id="699" idx="6"/>
            <a:endCxn id="556" idx="5"/>
          </p:cNvCxnSpPr>
          <p:nvPr/>
        </p:nvCxnSpPr>
        <p:spPr>
          <a:xfrm rot="10800000">
            <a:off x="1172184" y="2432185"/>
            <a:ext cx="1347816" cy="141816"/>
          </a:xfrm>
          <a:prstGeom prst="curvedConnector2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7" name="연결선: 구부러짐 656">
            <a:extLst>
              <a:ext uri="{FF2B5EF4-FFF2-40B4-BE49-F238E27FC236}">
                <a16:creationId xmlns:a16="http://schemas.microsoft.com/office/drawing/2014/main" id="{779D64B2-BD13-5FE5-E4E1-31B0C77E62AE}"/>
              </a:ext>
            </a:extLst>
          </p:cNvPr>
          <p:cNvCxnSpPr>
            <a:cxnSpLocks/>
            <a:stCxn id="791" idx="4"/>
            <a:endCxn id="561" idx="6"/>
          </p:cNvCxnSpPr>
          <p:nvPr/>
        </p:nvCxnSpPr>
        <p:spPr>
          <a:xfrm rot="16200000" flipH="1">
            <a:off x="234000" y="3528001"/>
            <a:ext cx="2106000" cy="306000"/>
          </a:xfrm>
          <a:prstGeom prst="curvedConnector2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0" name="연결선: 구부러짐 659">
            <a:extLst>
              <a:ext uri="{FF2B5EF4-FFF2-40B4-BE49-F238E27FC236}">
                <a16:creationId xmlns:a16="http://schemas.microsoft.com/office/drawing/2014/main" id="{C365DEE3-985D-9D76-F21C-A966A92050C0}"/>
              </a:ext>
            </a:extLst>
          </p:cNvPr>
          <p:cNvCxnSpPr>
            <a:cxnSpLocks/>
            <a:stCxn id="555" idx="0"/>
            <a:endCxn id="565" idx="6"/>
          </p:cNvCxnSpPr>
          <p:nvPr/>
        </p:nvCxnSpPr>
        <p:spPr>
          <a:xfrm rot="16200000" flipH="1">
            <a:off x="324001" y="3438001"/>
            <a:ext cx="2106000" cy="126000"/>
          </a:xfrm>
          <a:prstGeom prst="curvedConnector2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85" name="그룹 684">
            <a:extLst>
              <a:ext uri="{FF2B5EF4-FFF2-40B4-BE49-F238E27FC236}">
                <a16:creationId xmlns:a16="http://schemas.microsoft.com/office/drawing/2014/main" id="{10ECAEF0-554A-529E-5F88-689600C47BD9}"/>
              </a:ext>
            </a:extLst>
          </p:cNvPr>
          <p:cNvGrpSpPr/>
          <p:nvPr/>
        </p:nvGrpSpPr>
        <p:grpSpPr>
          <a:xfrm>
            <a:off x="1368000" y="1080001"/>
            <a:ext cx="2016000" cy="1368000"/>
            <a:chOff x="6840000" y="2160000"/>
            <a:chExt cx="2016000" cy="1368000"/>
          </a:xfrm>
        </p:grpSpPr>
        <p:sp>
          <p:nvSpPr>
            <p:cNvPr id="664" name="직사각형 663">
              <a:extLst>
                <a:ext uri="{FF2B5EF4-FFF2-40B4-BE49-F238E27FC236}">
                  <a16:creationId xmlns:a16="http://schemas.microsoft.com/office/drawing/2014/main" id="{A7BD0EF0-72E6-DF44-6EB8-2B17096C2486}"/>
                </a:ext>
              </a:extLst>
            </p:cNvPr>
            <p:cNvSpPr/>
            <p:nvPr/>
          </p:nvSpPr>
          <p:spPr>
            <a:xfrm>
              <a:off x="6840000" y="2160000"/>
              <a:ext cx="2016000" cy="1080000"/>
            </a:xfrm>
            <a:prstGeom prst="rect">
              <a:avLst/>
            </a:prstGeom>
            <a:solidFill>
              <a:schemeClr val="bg1">
                <a:alpha val="65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cxnSp>
          <p:nvCxnSpPr>
            <p:cNvPr id="666" name="직선 연결선 665">
              <a:extLst>
                <a:ext uri="{FF2B5EF4-FFF2-40B4-BE49-F238E27FC236}">
                  <a16:creationId xmlns:a16="http://schemas.microsoft.com/office/drawing/2014/main" id="{6CF8F3A8-4620-3EC7-18D8-6797D43462F5}"/>
                </a:ext>
              </a:extLst>
            </p:cNvPr>
            <p:cNvCxnSpPr/>
            <p:nvPr/>
          </p:nvCxnSpPr>
          <p:spPr>
            <a:xfrm>
              <a:off x="8748000" y="3239000"/>
              <a:ext cx="0" cy="288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7" name="직선 연결선 666">
              <a:extLst>
                <a:ext uri="{FF2B5EF4-FFF2-40B4-BE49-F238E27FC236}">
                  <a16:creationId xmlns:a16="http://schemas.microsoft.com/office/drawing/2014/main" id="{E3E83A06-7D81-06C1-8EE9-A113B45EFE58}"/>
                </a:ext>
              </a:extLst>
            </p:cNvPr>
            <p:cNvCxnSpPr/>
            <p:nvPr/>
          </p:nvCxnSpPr>
          <p:spPr>
            <a:xfrm>
              <a:off x="8424000" y="3240000"/>
              <a:ext cx="0" cy="288000"/>
            </a:xfrm>
            <a:prstGeom prst="line">
              <a:avLst/>
            </a:prstGeom>
            <a:ln w="254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1" name="직사각형 670">
              <a:extLst>
                <a:ext uri="{FF2B5EF4-FFF2-40B4-BE49-F238E27FC236}">
                  <a16:creationId xmlns:a16="http://schemas.microsoft.com/office/drawing/2014/main" id="{593F01E9-96A0-73E7-F66B-A2CB916FE156}"/>
                </a:ext>
              </a:extLst>
            </p:cNvPr>
            <p:cNvSpPr/>
            <p:nvPr/>
          </p:nvSpPr>
          <p:spPr>
            <a:xfrm>
              <a:off x="6948000" y="3240000"/>
              <a:ext cx="36000" cy="288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72" name="직사각형 671">
              <a:extLst>
                <a:ext uri="{FF2B5EF4-FFF2-40B4-BE49-F238E27FC236}">
                  <a16:creationId xmlns:a16="http://schemas.microsoft.com/office/drawing/2014/main" id="{A6170504-1B2B-61B4-DE25-5BF9F74BA91F}"/>
                </a:ext>
              </a:extLst>
            </p:cNvPr>
            <p:cNvSpPr/>
            <p:nvPr/>
          </p:nvSpPr>
          <p:spPr>
            <a:xfrm>
              <a:off x="7308000" y="3240000"/>
              <a:ext cx="36000" cy="288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73" name="직사각형 672">
              <a:extLst>
                <a:ext uri="{FF2B5EF4-FFF2-40B4-BE49-F238E27FC236}">
                  <a16:creationId xmlns:a16="http://schemas.microsoft.com/office/drawing/2014/main" id="{59399B0E-E188-D404-5C1C-F63D1AA08336}"/>
                </a:ext>
              </a:extLst>
            </p:cNvPr>
            <p:cNvSpPr/>
            <p:nvPr/>
          </p:nvSpPr>
          <p:spPr>
            <a:xfrm>
              <a:off x="7668000" y="3240000"/>
              <a:ext cx="36000" cy="288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79" name="타원 678">
              <a:extLst>
                <a:ext uri="{FF2B5EF4-FFF2-40B4-BE49-F238E27FC236}">
                  <a16:creationId xmlns:a16="http://schemas.microsoft.com/office/drawing/2014/main" id="{23D05417-E73A-C6AD-DC61-BE5A435944AA}"/>
                </a:ext>
              </a:extLst>
            </p:cNvPr>
            <p:cNvSpPr/>
            <p:nvPr/>
          </p:nvSpPr>
          <p:spPr>
            <a:xfrm>
              <a:off x="8712000" y="34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rIns="72000" rtlCol="0" anchor="ctr"/>
            <a:lstStyle/>
            <a:p>
              <a:pPr algn="ctr"/>
              <a:r>
                <a:rPr lang="fr-FR" altLang="ko-KR" sz="601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D</a:t>
              </a:r>
              <a:endParaRPr lang="ko-KR" altLang="en-US" sz="601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680" name="타원 679">
              <a:extLst>
                <a:ext uri="{FF2B5EF4-FFF2-40B4-BE49-F238E27FC236}">
                  <a16:creationId xmlns:a16="http://schemas.microsoft.com/office/drawing/2014/main" id="{D806A602-7CF2-7702-77BA-B80E6DFF9C01}"/>
                </a:ext>
              </a:extLst>
            </p:cNvPr>
            <p:cNvSpPr/>
            <p:nvPr/>
          </p:nvSpPr>
          <p:spPr>
            <a:xfrm>
              <a:off x="8352000" y="34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81" name="타원 680">
              <a:extLst>
                <a:ext uri="{FF2B5EF4-FFF2-40B4-BE49-F238E27FC236}">
                  <a16:creationId xmlns:a16="http://schemas.microsoft.com/office/drawing/2014/main" id="{5A531C68-6F85-1D39-0E1A-1575B0C73022}"/>
                </a:ext>
              </a:extLst>
            </p:cNvPr>
            <p:cNvSpPr/>
            <p:nvPr/>
          </p:nvSpPr>
          <p:spPr>
            <a:xfrm>
              <a:off x="7272000" y="34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R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683" name="타원 682">
              <a:extLst>
                <a:ext uri="{FF2B5EF4-FFF2-40B4-BE49-F238E27FC236}">
                  <a16:creationId xmlns:a16="http://schemas.microsoft.com/office/drawing/2014/main" id="{D16A6CE2-3138-B5B7-C0FE-5D51F81723CE}"/>
                </a:ext>
              </a:extLst>
            </p:cNvPr>
            <p:cNvSpPr/>
            <p:nvPr/>
          </p:nvSpPr>
          <p:spPr>
            <a:xfrm>
              <a:off x="6912000" y="34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629" name="연결선: 구부러짐 628">
            <a:extLst>
              <a:ext uri="{FF2B5EF4-FFF2-40B4-BE49-F238E27FC236}">
                <a16:creationId xmlns:a16="http://schemas.microsoft.com/office/drawing/2014/main" id="{D88A4B6F-E465-F94C-8F1E-38408DF83A50}"/>
              </a:ext>
            </a:extLst>
          </p:cNvPr>
          <p:cNvCxnSpPr>
            <a:cxnSpLocks/>
            <a:stCxn id="681" idx="6"/>
            <a:endCxn id="547" idx="4"/>
          </p:cNvCxnSpPr>
          <p:nvPr/>
        </p:nvCxnSpPr>
        <p:spPr>
          <a:xfrm>
            <a:off x="1908001" y="2394001"/>
            <a:ext cx="666000" cy="486000"/>
          </a:xfrm>
          <a:prstGeom prst="curvedConnector2">
            <a:avLst/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7" name="타원 696">
            <a:extLst>
              <a:ext uri="{FF2B5EF4-FFF2-40B4-BE49-F238E27FC236}">
                <a16:creationId xmlns:a16="http://schemas.microsoft.com/office/drawing/2014/main" id="{2352FAA5-24BA-3551-518F-D8EF0A7FEFE8}"/>
              </a:ext>
            </a:extLst>
          </p:cNvPr>
          <p:cNvSpPr/>
          <p:nvPr/>
        </p:nvSpPr>
        <p:spPr>
          <a:xfrm>
            <a:off x="3060000" y="3060000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fr-FR" altLang="ko-KR" sz="601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</a:t>
            </a:r>
            <a:endParaRPr lang="ko-KR" altLang="en-US" sz="601" b="1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699" name="타원 698">
            <a:extLst>
              <a:ext uri="{FF2B5EF4-FFF2-40B4-BE49-F238E27FC236}">
                <a16:creationId xmlns:a16="http://schemas.microsoft.com/office/drawing/2014/main" id="{8278BE19-BF20-E58E-A2CF-7EBD2AE196FA}"/>
              </a:ext>
            </a:extLst>
          </p:cNvPr>
          <p:cNvSpPr/>
          <p:nvPr/>
        </p:nvSpPr>
        <p:spPr>
          <a:xfrm rot="10800000">
            <a:off x="2520000" y="2520001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cxnSp>
        <p:nvCxnSpPr>
          <p:cNvPr id="734" name="연결선: 구부러짐 733">
            <a:extLst>
              <a:ext uri="{FF2B5EF4-FFF2-40B4-BE49-F238E27FC236}">
                <a16:creationId xmlns:a16="http://schemas.microsoft.com/office/drawing/2014/main" id="{FD9513B4-8F9B-0445-3866-DB7534B5D15D}"/>
              </a:ext>
            </a:extLst>
          </p:cNvPr>
          <p:cNvCxnSpPr>
            <a:cxnSpLocks/>
            <a:endCxn id="440" idx="4"/>
          </p:cNvCxnSpPr>
          <p:nvPr/>
        </p:nvCxnSpPr>
        <p:spPr>
          <a:xfrm rot="5400000" flipH="1" flipV="1">
            <a:off x="3899138" y="4182864"/>
            <a:ext cx="949726" cy="12700"/>
          </a:xfrm>
          <a:prstGeom prst="curvedConnector3">
            <a:avLst>
              <a:gd name="adj1" fmla="val 50000"/>
            </a:avLst>
          </a:prstGeom>
          <a:ln w="15875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6" name="타원 745">
            <a:extLst>
              <a:ext uri="{FF2B5EF4-FFF2-40B4-BE49-F238E27FC236}">
                <a16:creationId xmlns:a16="http://schemas.microsoft.com/office/drawing/2014/main" id="{7D30B655-5D1A-E24B-B877-48B563B76DF9}"/>
              </a:ext>
            </a:extLst>
          </p:cNvPr>
          <p:cNvSpPr/>
          <p:nvPr/>
        </p:nvSpPr>
        <p:spPr>
          <a:xfrm>
            <a:off x="3060000" y="2700001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fr-FR" altLang="ko-KR" sz="601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</a:t>
            </a:r>
            <a:endParaRPr lang="ko-KR" altLang="en-US" sz="601" b="1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cxnSp>
        <p:nvCxnSpPr>
          <p:cNvPr id="779" name="연결선: 구부러짐 778">
            <a:extLst>
              <a:ext uri="{FF2B5EF4-FFF2-40B4-BE49-F238E27FC236}">
                <a16:creationId xmlns:a16="http://schemas.microsoft.com/office/drawing/2014/main" id="{0C140A7D-7301-855C-4DAB-45DBEC904FBA}"/>
              </a:ext>
            </a:extLst>
          </p:cNvPr>
          <p:cNvCxnSpPr>
            <a:cxnSpLocks/>
            <a:stCxn id="808" idx="6"/>
            <a:endCxn id="587" idx="6"/>
          </p:cNvCxnSpPr>
          <p:nvPr/>
        </p:nvCxnSpPr>
        <p:spPr>
          <a:xfrm>
            <a:off x="3348000" y="3114001"/>
            <a:ext cx="12700" cy="1620000"/>
          </a:xfrm>
          <a:prstGeom prst="curvedConnector3">
            <a:avLst>
              <a:gd name="adj1" fmla="val 1800000"/>
            </a:avLst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1" name="타원 790">
            <a:extLst>
              <a:ext uri="{FF2B5EF4-FFF2-40B4-BE49-F238E27FC236}">
                <a16:creationId xmlns:a16="http://schemas.microsoft.com/office/drawing/2014/main" id="{F204CDCF-FA90-F8B0-605D-7D1004FCAB72}"/>
              </a:ext>
            </a:extLst>
          </p:cNvPr>
          <p:cNvSpPr/>
          <p:nvPr/>
        </p:nvSpPr>
        <p:spPr>
          <a:xfrm>
            <a:off x="1080000" y="2520001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altLang="ko-KR" sz="600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</a:t>
            </a:r>
            <a:endParaRPr lang="ko-KR" altLang="en-US" sz="600" b="1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792" name="타원 791">
            <a:extLst>
              <a:ext uri="{FF2B5EF4-FFF2-40B4-BE49-F238E27FC236}">
                <a16:creationId xmlns:a16="http://schemas.microsoft.com/office/drawing/2014/main" id="{EE944F40-912A-B120-9685-44B192D938D0}"/>
              </a:ext>
            </a:extLst>
          </p:cNvPr>
          <p:cNvSpPr/>
          <p:nvPr/>
        </p:nvSpPr>
        <p:spPr>
          <a:xfrm>
            <a:off x="2520000" y="3060000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altLang="ko-KR" sz="600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</a:t>
            </a:r>
            <a:endParaRPr lang="ko-KR" altLang="en-US" sz="600" b="1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802" name="타원 801">
            <a:extLst>
              <a:ext uri="{FF2B5EF4-FFF2-40B4-BE49-F238E27FC236}">
                <a16:creationId xmlns:a16="http://schemas.microsoft.com/office/drawing/2014/main" id="{579D90B4-7B05-EFB4-2D1C-A4112E185E10}"/>
              </a:ext>
            </a:extLst>
          </p:cNvPr>
          <p:cNvSpPr/>
          <p:nvPr/>
        </p:nvSpPr>
        <p:spPr>
          <a:xfrm rot="10800000">
            <a:off x="2700000" y="2520001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808" name="타원 807">
            <a:extLst>
              <a:ext uri="{FF2B5EF4-FFF2-40B4-BE49-F238E27FC236}">
                <a16:creationId xmlns:a16="http://schemas.microsoft.com/office/drawing/2014/main" id="{B758C84F-52FF-CE9A-452B-063706500B57}"/>
              </a:ext>
            </a:extLst>
          </p:cNvPr>
          <p:cNvSpPr/>
          <p:nvPr/>
        </p:nvSpPr>
        <p:spPr>
          <a:xfrm>
            <a:off x="3240000" y="3060001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 dirty="0"/>
          </a:p>
        </p:txBody>
      </p:sp>
      <p:sp>
        <p:nvSpPr>
          <p:cNvPr id="810" name="TextBox 809">
            <a:extLst>
              <a:ext uri="{FF2B5EF4-FFF2-40B4-BE49-F238E27FC236}">
                <a16:creationId xmlns:a16="http://schemas.microsoft.com/office/drawing/2014/main" id="{73C1937F-262A-15F8-B16D-97D9AE30413E}"/>
              </a:ext>
            </a:extLst>
          </p:cNvPr>
          <p:cNvSpPr txBox="1"/>
          <p:nvPr/>
        </p:nvSpPr>
        <p:spPr>
          <a:xfrm>
            <a:off x="5400000" y="720000"/>
            <a:ext cx="432000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r>
              <a:rPr lang="en-US" altLang="ko-KR" sz="1200" dirty="0"/>
              <a:t>S2: all left-hand internal pins, 3V3, 5V, </a:t>
            </a:r>
            <a:r>
              <a:rPr lang="en-US" altLang="ko-KR" sz="1200" dirty="0" err="1"/>
              <a:t>GNDe</a:t>
            </a:r>
            <a:r>
              <a:rPr lang="en-US" altLang="ko-KR" sz="1200" dirty="0"/>
              <a:t>, B and C for balance. Black wire pass-through on top at </a:t>
            </a:r>
            <a:r>
              <a:rPr lang="en-US" altLang="ko-KR" sz="1200" dirty="0" err="1"/>
              <a:t>GNDi</a:t>
            </a:r>
            <a:r>
              <a:rPr lang="en-US" altLang="ko-KR" sz="1200" dirty="0"/>
              <a:t> and dangling. Nothing at G, S, A.</a:t>
            </a:r>
          </a:p>
          <a:p>
            <a:pPr marL="228600" indent="-228600">
              <a:buAutoNum type="arabicPeriod"/>
            </a:pPr>
            <a:r>
              <a:rPr lang="en-US" altLang="ko-KR" sz="1200" dirty="0"/>
              <a:t>Buck module: remove pins, solder only 5V pin, remove support. Solder it</a:t>
            </a:r>
          </a:p>
          <a:p>
            <a:pPr marL="228600" indent="-228600">
              <a:buAutoNum type="arabicPeriod"/>
            </a:pPr>
            <a:r>
              <a:rPr lang="en-US" altLang="ko-KR" sz="1200" dirty="0"/>
              <a:t>Solder boost module, don’t connect anything yet</a:t>
            </a:r>
          </a:p>
          <a:p>
            <a:pPr marL="228600" indent="-228600">
              <a:buAutoNum type="arabicPeriod"/>
            </a:pPr>
            <a:r>
              <a:rPr lang="en-US" altLang="ko-KR" sz="1200" dirty="0"/>
              <a:t>Place S2, fold 5V and </a:t>
            </a:r>
            <a:r>
              <a:rPr lang="en-US" altLang="ko-KR" sz="1200" dirty="0" err="1"/>
              <a:t>GNDe</a:t>
            </a:r>
            <a:r>
              <a:rPr lang="en-US" altLang="ko-KR" sz="1200" dirty="0"/>
              <a:t> pins, solder only those 2 + B + C</a:t>
            </a:r>
          </a:p>
          <a:p>
            <a:pPr marL="228600" indent="-228600">
              <a:buAutoNum type="arabicPeriod"/>
            </a:pPr>
            <a:r>
              <a:rPr lang="en-US" altLang="ko-KR" sz="1200" dirty="0"/>
              <a:t>Solder transistor on back side with G and S pass-through. Solder S to wire pass-through from </a:t>
            </a:r>
            <a:r>
              <a:rPr lang="en-US" altLang="ko-KR" sz="1200" dirty="0" err="1"/>
              <a:t>GNDi</a:t>
            </a:r>
            <a:r>
              <a:rPr lang="en-US" altLang="ko-KR" sz="1200" dirty="0"/>
              <a:t> (on top).</a:t>
            </a:r>
          </a:p>
          <a:p>
            <a:pPr marL="228600" indent="-228600">
              <a:buAutoNum type="arabicPeriod"/>
            </a:pPr>
            <a:r>
              <a:rPr lang="en-US" altLang="ko-KR" sz="1200" dirty="0"/>
              <a:t>Braid together 1 strand each of black and wrapper wires, and solder it as S</a:t>
            </a:r>
          </a:p>
          <a:p>
            <a:pPr marL="228600" indent="-228600">
              <a:buAutoNum type="arabicPeriod"/>
            </a:pPr>
            <a:r>
              <a:rPr lang="en-US" altLang="ko-KR" sz="1200" dirty="0"/>
              <a:t>Solder battery connector. Blue wire from Boost Vi must have some dangling length. Solder black wire.</a:t>
            </a:r>
          </a:p>
          <a:p>
            <a:pPr marL="228600" indent="-228600">
              <a:buAutoNum type="arabicPeriod"/>
            </a:pPr>
            <a:r>
              <a:rPr lang="en-US" altLang="ko-KR" sz="1200" dirty="0"/>
              <a:t>Place and solder switch connector. Wrap/solder wires</a:t>
            </a:r>
          </a:p>
          <a:p>
            <a:pPr marL="228600" indent="-228600">
              <a:buAutoNum type="arabicPeriod"/>
            </a:pPr>
            <a:r>
              <a:rPr lang="en-US" altLang="ko-KR" sz="1200" dirty="0"/>
              <a:t>Red wire pass-through at R soldered to boost module Vo.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200" dirty="0"/>
              <a:t>Relay: clip NC pin and solder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200" dirty="0"/>
              <a:t>Glue gun relay to PCB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200" dirty="0"/>
              <a:t>Red wire stripped pass through upside solder at T. On the other end, solder at S2 5V (aka Relay VIN)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200" dirty="0"/>
              <a:t>Solder 100K on back side pass-through solder at A. Solder other end with dangling blue wire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200" dirty="0"/>
              <a:t>Place 10K on back side, pass pin upside solder at A. At the other end, solder at M pass-by then solder at </a:t>
            </a:r>
            <a:r>
              <a:rPr lang="en-US" altLang="ko-KR" sz="1200" dirty="0" err="1"/>
              <a:t>GNDe</a:t>
            </a:r>
            <a:endParaRPr lang="en-US" altLang="ko-KR" sz="1200" dirty="0"/>
          </a:p>
          <a:p>
            <a:pPr marL="228600" indent="-228600">
              <a:buFontTx/>
              <a:buAutoNum type="arabicPeriod"/>
            </a:pPr>
            <a:r>
              <a:rPr lang="en-US" altLang="ko-KR" sz="1200" dirty="0"/>
              <a:t>Black wire pass-through Buck GND at K and solder to </a:t>
            </a:r>
            <a:r>
              <a:rPr lang="en-US" altLang="ko-KR" sz="1200" dirty="0" err="1"/>
              <a:t>GNDe</a:t>
            </a: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Place LoRa module and wrap SPI wires. Bend VCC and GND pins.</a:t>
            </a:r>
          </a:p>
          <a:p>
            <a:pPr marL="228600" indent="-228600">
              <a:buAutoNum type="arabicPeriod"/>
            </a:pPr>
            <a:r>
              <a:rPr lang="en-US" altLang="ko-KR" sz="1200" dirty="0"/>
              <a:t>LoRa black wire pass onto upside at L and solder to Buck GND</a:t>
            </a:r>
          </a:p>
          <a:p>
            <a:pPr marL="228600" indent="-228600">
              <a:buAutoNum type="arabicPeriod"/>
            </a:pPr>
            <a:r>
              <a:rPr lang="en-US" altLang="ko-KR" sz="1200" dirty="0"/>
              <a:t>LoRa red wire pass-through Buck VOUT and soldered</a:t>
            </a:r>
          </a:p>
          <a:p>
            <a:pPr marL="228600" indent="-228600">
              <a:buAutoNum type="arabicPeriod"/>
            </a:pPr>
            <a:r>
              <a:rPr lang="en-US" altLang="ko-KR" sz="1200" dirty="0"/>
              <a:t>Solder wrapping wires</a:t>
            </a:r>
          </a:p>
        </p:txBody>
      </p:sp>
      <p:sp>
        <p:nvSpPr>
          <p:cNvPr id="812" name="타원 811">
            <a:extLst>
              <a:ext uri="{FF2B5EF4-FFF2-40B4-BE49-F238E27FC236}">
                <a16:creationId xmlns:a16="http://schemas.microsoft.com/office/drawing/2014/main" id="{BDA7390E-70C0-9103-2229-5E9357F559ED}"/>
              </a:ext>
            </a:extLst>
          </p:cNvPr>
          <p:cNvSpPr/>
          <p:nvPr/>
        </p:nvSpPr>
        <p:spPr>
          <a:xfrm>
            <a:off x="2880000" y="4500000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 dirty="0"/>
          </a:p>
        </p:txBody>
      </p:sp>
      <p:cxnSp>
        <p:nvCxnSpPr>
          <p:cNvPr id="816" name="연결선: 구부러짐 815">
            <a:extLst>
              <a:ext uri="{FF2B5EF4-FFF2-40B4-BE49-F238E27FC236}">
                <a16:creationId xmlns:a16="http://schemas.microsoft.com/office/drawing/2014/main" id="{20D9393A-DA8D-2061-8033-B62FCB0769F3}"/>
              </a:ext>
            </a:extLst>
          </p:cNvPr>
          <p:cNvCxnSpPr>
            <a:cxnSpLocks/>
            <a:stCxn id="808" idx="6"/>
            <a:endCxn id="580" idx="0"/>
          </p:cNvCxnSpPr>
          <p:nvPr/>
        </p:nvCxnSpPr>
        <p:spPr>
          <a:xfrm>
            <a:off x="3348000" y="3114001"/>
            <a:ext cx="486000" cy="1566000"/>
          </a:xfrm>
          <a:prstGeom prst="curvedConnector2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2" name="그룹 591">
            <a:extLst>
              <a:ext uri="{FF2B5EF4-FFF2-40B4-BE49-F238E27FC236}">
                <a16:creationId xmlns:a16="http://schemas.microsoft.com/office/drawing/2014/main" id="{37691D90-6DA1-1427-A932-26182254CEBD}"/>
              </a:ext>
            </a:extLst>
          </p:cNvPr>
          <p:cNvGrpSpPr/>
          <p:nvPr/>
        </p:nvGrpSpPr>
        <p:grpSpPr>
          <a:xfrm>
            <a:off x="2808000" y="1692001"/>
            <a:ext cx="1872000" cy="2520000"/>
            <a:chOff x="6264000" y="-360000"/>
            <a:chExt cx="1872000" cy="2520000"/>
          </a:xfrm>
        </p:grpSpPr>
        <p:sp>
          <p:nvSpPr>
            <p:cNvPr id="460" name="사각형: 둥근 모서리 459">
              <a:extLst>
                <a:ext uri="{FF2B5EF4-FFF2-40B4-BE49-F238E27FC236}">
                  <a16:creationId xmlns:a16="http://schemas.microsoft.com/office/drawing/2014/main" id="{1AC83B21-0E3B-469D-77D4-D32CE4AA43AF}"/>
                </a:ext>
              </a:extLst>
            </p:cNvPr>
            <p:cNvSpPr/>
            <p:nvPr/>
          </p:nvSpPr>
          <p:spPr>
            <a:xfrm>
              <a:off x="6264000" y="-360000"/>
              <a:ext cx="1872000" cy="2520000"/>
            </a:xfrm>
            <a:prstGeom prst="roundRect">
              <a:avLst>
                <a:gd name="adj" fmla="val 9430"/>
              </a:avLst>
            </a:prstGeom>
            <a:solidFill>
              <a:srgbClr val="7030A0">
                <a:alpha val="26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416" name="타원 415">
              <a:extLst>
                <a:ext uri="{FF2B5EF4-FFF2-40B4-BE49-F238E27FC236}">
                  <a16:creationId xmlns:a16="http://schemas.microsoft.com/office/drawing/2014/main" id="{B54DDC2C-2138-EB6F-AF06-0FC74C9F87F3}"/>
                </a:ext>
              </a:extLst>
            </p:cNvPr>
            <p:cNvSpPr/>
            <p:nvPr/>
          </p:nvSpPr>
          <p:spPr>
            <a:xfrm>
              <a:off x="6336000" y="1548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1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A</a:t>
              </a:r>
              <a:endParaRPr lang="ko-KR" altLang="en-US" sz="601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417" name="타원 416">
              <a:extLst>
                <a:ext uri="{FF2B5EF4-FFF2-40B4-BE49-F238E27FC236}">
                  <a16:creationId xmlns:a16="http://schemas.microsoft.com/office/drawing/2014/main" id="{69791367-5F7A-BE1B-C434-CE5629DAB0C8}"/>
                </a:ext>
              </a:extLst>
            </p:cNvPr>
            <p:cNvSpPr/>
            <p:nvPr/>
          </p:nvSpPr>
          <p:spPr>
            <a:xfrm>
              <a:off x="6336000" y="1368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18" name="타원 417">
              <a:extLst>
                <a:ext uri="{FF2B5EF4-FFF2-40B4-BE49-F238E27FC236}">
                  <a16:creationId xmlns:a16="http://schemas.microsoft.com/office/drawing/2014/main" id="{38E3E0ED-11EF-84A2-6E7F-9D8F438CEF2E}"/>
                </a:ext>
              </a:extLst>
            </p:cNvPr>
            <p:cNvSpPr/>
            <p:nvPr/>
          </p:nvSpPr>
          <p:spPr>
            <a:xfrm>
              <a:off x="6336000" y="288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19" name="타원 418">
              <a:extLst>
                <a:ext uri="{FF2B5EF4-FFF2-40B4-BE49-F238E27FC236}">
                  <a16:creationId xmlns:a16="http://schemas.microsoft.com/office/drawing/2014/main" id="{9876AA72-43F6-3C8B-FE28-370BC07FE59D}"/>
                </a:ext>
              </a:extLst>
            </p:cNvPr>
            <p:cNvSpPr/>
            <p:nvPr/>
          </p:nvSpPr>
          <p:spPr>
            <a:xfrm>
              <a:off x="6336000" y="1188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0" name="타원 419">
              <a:extLst>
                <a:ext uri="{FF2B5EF4-FFF2-40B4-BE49-F238E27FC236}">
                  <a16:creationId xmlns:a16="http://schemas.microsoft.com/office/drawing/2014/main" id="{70574850-A0A8-7678-5BFB-760D25380BD7}"/>
                </a:ext>
              </a:extLst>
            </p:cNvPr>
            <p:cNvSpPr/>
            <p:nvPr/>
          </p:nvSpPr>
          <p:spPr>
            <a:xfrm>
              <a:off x="6336000" y="1008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1" name="타원 420">
              <a:extLst>
                <a:ext uri="{FF2B5EF4-FFF2-40B4-BE49-F238E27FC236}">
                  <a16:creationId xmlns:a16="http://schemas.microsoft.com/office/drawing/2014/main" id="{8AF98574-0F7C-DD1A-D923-EC8E625B5FAB}"/>
                </a:ext>
              </a:extLst>
            </p:cNvPr>
            <p:cNvSpPr/>
            <p:nvPr/>
          </p:nvSpPr>
          <p:spPr>
            <a:xfrm>
              <a:off x="6336000" y="828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2" name="타원 421">
              <a:extLst>
                <a:ext uri="{FF2B5EF4-FFF2-40B4-BE49-F238E27FC236}">
                  <a16:creationId xmlns:a16="http://schemas.microsoft.com/office/drawing/2014/main" id="{C3E06090-5223-ED44-4661-9B218BA95B49}"/>
                </a:ext>
              </a:extLst>
            </p:cNvPr>
            <p:cNvSpPr/>
            <p:nvPr/>
          </p:nvSpPr>
          <p:spPr>
            <a:xfrm>
              <a:off x="6336000" y="648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3" name="타원 422">
              <a:extLst>
                <a:ext uri="{FF2B5EF4-FFF2-40B4-BE49-F238E27FC236}">
                  <a16:creationId xmlns:a16="http://schemas.microsoft.com/office/drawing/2014/main" id="{401AAC9F-E757-1BFF-038A-1EAC28EAC656}"/>
                </a:ext>
              </a:extLst>
            </p:cNvPr>
            <p:cNvSpPr/>
            <p:nvPr/>
          </p:nvSpPr>
          <p:spPr>
            <a:xfrm>
              <a:off x="6336000" y="468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427" name="타원 426">
              <a:extLst>
                <a:ext uri="{FF2B5EF4-FFF2-40B4-BE49-F238E27FC236}">
                  <a16:creationId xmlns:a16="http://schemas.microsoft.com/office/drawing/2014/main" id="{13934B8D-DEA7-11E0-C709-A6F4CBD3AB68}"/>
                </a:ext>
              </a:extLst>
            </p:cNvPr>
            <p:cNvSpPr/>
            <p:nvPr/>
          </p:nvSpPr>
          <p:spPr>
            <a:xfrm>
              <a:off x="7956000" y="1548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C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428" name="타원 427">
              <a:extLst>
                <a:ext uri="{FF2B5EF4-FFF2-40B4-BE49-F238E27FC236}">
                  <a16:creationId xmlns:a16="http://schemas.microsoft.com/office/drawing/2014/main" id="{B98C99D9-6BFC-5D6A-73ED-FDB015F2FF85}"/>
                </a:ext>
              </a:extLst>
            </p:cNvPr>
            <p:cNvSpPr/>
            <p:nvPr/>
          </p:nvSpPr>
          <p:spPr>
            <a:xfrm>
              <a:off x="7956000" y="1368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9" name="타원 428">
              <a:extLst>
                <a:ext uri="{FF2B5EF4-FFF2-40B4-BE49-F238E27FC236}">
                  <a16:creationId xmlns:a16="http://schemas.microsoft.com/office/drawing/2014/main" id="{39A800E3-B399-DA7B-40BA-F7FE3BEFF1C4}"/>
                </a:ext>
              </a:extLst>
            </p:cNvPr>
            <p:cNvSpPr/>
            <p:nvPr/>
          </p:nvSpPr>
          <p:spPr>
            <a:xfrm>
              <a:off x="7956000" y="288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30" name="타원 429">
              <a:extLst>
                <a:ext uri="{FF2B5EF4-FFF2-40B4-BE49-F238E27FC236}">
                  <a16:creationId xmlns:a16="http://schemas.microsoft.com/office/drawing/2014/main" id="{25732DA1-C201-7B56-F584-1F26A6AE5304}"/>
                </a:ext>
              </a:extLst>
            </p:cNvPr>
            <p:cNvSpPr/>
            <p:nvPr/>
          </p:nvSpPr>
          <p:spPr>
            <a:xfrm>
              <a:off x="7956000" y="1188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31" name="타원 430">
              <a:extLst>
                <a:ext uri="{FF2B5EF4-FFF2-40B4-BE49-F238E27FC236}">
                  <a16:creationId xmlns:a16="http://schemas.microsoft.com/office/drawing/2014/main" id="{5A70D380-23DD-315C-9B40-D112CB650842}"/>
                </a:ext>
              </a:extLst>
            </p:cNvPr>
            <p:cNvSpPr/>
            <p:nvPr/>
          </p:nvSpPr>
          <p:spPr>
            <a:xfrm>
              <a:off x="7956000" y="1008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32" name="타원 431">
              <a:extLst>
                <a:ext uri="{FF2B5EF4-FFF2-40B4-BE49-F238E27FC236}">
                  <a16:creationId xmlns:a16="http://schemas.microsoft.com/office/drawing/2014/main" id="{AFE92FB1-3C15-F166-E00F-70C6EFF7DE02}"/>
                </a:ext>
              </a:extLst>
            </p:cNvPr>
            <p:cNvSpPr/>
            <p:nvPr/>
          </p:nvSpPr>
          <p:spPr>
            <a:xfrm>
              <a:off x="7956000" y="828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33" name="타원 432">
              <a:extLst>
                <a:ext uri="{FF2B5EF4-FFF2-40B4-BE49-F238E27FC236}">
                  <a16:creationId xmlns:a16="http://schemas.microsoft.com/office/drawing/2014/main" id="{47259467-E048-A003-5E64-93D6F26C8B3D}"/>
                </a:ext>
              </a:extLst>
            </p:cNvPr>
            <p:cNvSpPr/>
            <p:nvPr/>
          </p:nvSpPr>
          <p:spPr>
            <a:xfrm>
              <a:off x="7956000" y="648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34" name="타원 433">
              <a:extLst>
                <a:ext uri="{FF2B5EF4-FFF2-40B4-BE49-F238E27FC236}">
                  <a16:creationId xmlns:a16="http://schemas.microsoft.com/office/drawing/2014/main" id="{496D941C-6B49-20BC-624E-37E4EC240AC9}"/>
                </a:ext>
              </a:extLst>
            </p:cNvPr>
            <p:cNvSpPr/>
            <p:nvPr/>
          </p:nvSpPr>
          <p:spPr>
            <a:xfrm>
              <a:off x="7956000" y="468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40" name="타원 439">
              <a:extLst>
                <a:ext uri="{FF2B5EF4-FFF2-40B4-BE49-F238E27FC236}">
                  <a16:creationId xmlns:a16="http://schemas.microsoft.com/office/drawing/2014/main" id="{66C8D89C-7FC9-7C25-352C-71D94503A39B}"/>
                </a:ext>
              </a:extLst>
            </p:cNvPr>
            <p:cNvSpPr/>
            <p:nvPr/>
          </p:nvSpPr>
          <p:spPr>
            <a:xfrm>
              <a:off x="7776000" y="1548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92D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41" name="타원 440">
              <a:extLst>
                <a:ext uri="{FF2B5EF4-FFF2-40B4-BE49-F238E27FC236}">
                  <a16:creationId xmlns:a16="http://schemas.microsoft.com/office/drawing/2014/main" id="{FC1E4B70-A95F-8C99-1B71-30368A8F27C4}"/>
                </a:ext>
              </a:extLst>
            </p:cNvPr>
            <p:cNvSpPr/>
            <p:nvPr/>
          </p:nvSpPr>
          <p:spPr>
            <a:xfrm>
              <a:off x="7776000" y="1368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42" name="타원 441">
              <a:extLst>
                <a:ext uri="{FF2B5EF4-FFF2-40B4-BE49-F238E27FC236}">
                  <a16:creationId xmlns:a16="http://schemas.microsoft.com/office/drawing/2014/main" id="{CAF1BB3D-31EE-F8CC-D9AC-DAA1CD2CB6DC}"/>
                </a:ext>
              </a:extLst>
            </p:cNvPr>
            <p:cNvSpPr/>
            <p:nvPr/>
          </p:nvSpPr>
          <p:spPr>
            <a:xfrm>
              <a:off x="7776000" y="288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443" name="타원 442">
              <a:extLst>
                <a:ext uri="{FF2B5EF4-FFF2-40B4-BE49-F238E27FC236}">
                  <a16:creationId xmlns:a16="http://schemas.microsoft.com/office/drawing/2014/main" id="{9B053D9D-67FB-2AF5-D2BD-94CB4A1A254F}"/>
                </a:ext>
              </a:extLst>
            </p:cNvPr>
            <p:cNvSpPr/>
            <p:nvPr/>
          </p:nvSpPr>
          <p:spPr>
            <a:xfrm>
              <a:off x="7776000" y="1188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44" name="타원 443">
              <a:extLst>
                <a:ext uri="{FF2B5EF4-FFF2-40B4-BE49-F238E27FC236}">
                  <a16:creationId xmlns:a16="http://schemas.microsoft.com/office/drawing/2014/main" id="{999D843B-5C37-3267-021D-C478ED8AF6C7}"/>
                </a:ext>
              </a:extLst>
            </p:cNvPr>
            <p:cNvSpPr/>
            <p:nvPr/>
          </p:nvSpPr>
          <p:spPr>
            <a:xfrm>
              <a:off x="7776000" y="1008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45" name="타원 444">
              <a:extLst>
                <a:ext uri="{FF2B5EF4-FFF2-40B4-BE49-F238E27FC236}">
                  <a16:creationId xmlns:a16="http://schemas.microsoft.com/office/drawing/2014/main" id="{DD229E99-29DF-58BB-7778-75F1AB084C99}"/>
                </a:ext>
              </a:extLst>
            </p:cNvPr>
            <p:cNvSpPr/>
            <p:nvPr/>
          </p:nvSpPr>
          <p:spPr>
            <a:xfrm>
              <a:off x="7776000" y="828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46" name="타원 445">
              <a:extLst>
                <a:ext uri="{FF2B5EF4-FFF2-40B4-BE49-F238E27FC236}">
                  <a16:creationId xmlns:a16="http://schemas.microsoft.com/office/drawing/2014/main" id="{4E49D40C-0922-46AB-3FCD-741F6FE242D6}"/>
                </a:ext>
              </a:extLst>
            </p:cNvPr>
            <p:cNvSpPr/>
            <p:nvPr/>
          </p:nvSpPr>
          <p:spPr>
            <a:xfrm>
              <a:off x="7776000" y="648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47" name="타원 446">
              <a:extLst>
                <a:ext uri="{FF2B5EF4-FFF2-40B4-BE49-F238E27FC236}">
                  <a16:creationId xmlns:a16="http://schemas.microsoft.com/office/drawing/2014/main" id="{763C8A3E-58DF-256D-5A55-FEE8EB6BB2C1}"/>
                </a:ext>
              </a:extLst>
            </p:cNvPr>
            <p:cNvSpPr/>
            <p:nvPr/>
          </p:nvSpPr>
          <p:spPr>
            <a:xfrm>
              <a:off x="7776000" y="468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51" name="타원 450">
              <a:extLst>
                <a:ext uri="{FF2B5EF4-FFF2-40B4-BE49-F238E27FC236}">
                  <a16:creationId xmlns:a16="http://schemas.microsoft.com/office/drawing/2014/main" id="{CFCA850C-6EAC-29A8-65EF-DD0FE28CF744}"/>
                </a:ext>
              </a:extLst>
            </p:cNvPr>
            <p:cNvSpPr/>
            <p:nvPr/>
          </p:nvSpPr>
          <p:spPr>
            <a:xfrm>
              <a:off x="6516000" y="1548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B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452" name="타원 451">
              <a:extLst>
                <a:ext uri="{FF2B5EF4-FFF2-40B4-BE49-F238E27FC236}">
                  <a16:creationId xmlns:a16="http://schemas.microsoft.com/office/drawing/2014/main" id="{94647095-B9EB-9676-D652-9C1279A189BF}"/>
                </a:ext>
              </a:extLst>
            </p:cNvPr>
            <p:cNvSpPr/>
            <p:nvPr/>
          </p:nvSpPr>
          <p:spPr>
            <a:xfrm>
              <a:off x="6516000" y="1368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53" name="타원 452">
              <a:extLst>
                <a:ext uri="{FF2B5EF4-FFF2-40B4-BE49-F238E27FC236}">
                  <a16:creationId xmlns:a16="http://schemas.microsoft.com/office/drawing/2014/main" id="{B9396FED-3E95-F36D-4152-F17A5199DD27}"/>
                </a:ext>
              </a:extLst>
            </p:cNvPr>
            <p:cNvSpPr/>
            <p:nvPr/>
          </p:nvSpPr>
          <p:spPr>
            <a:xfrm>
              <a:off x="6516000" y="288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rIns="72000" rtlCol="0" anchor="ctr"/>
            <a:lstStyle/>
            <a:p>
              <a:pPr algn="ctr"/>
              <a:endParaRPr lang="ko-KR" altLang="en-US" sz="601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454" name="타원 453">
              <a:extLst>
                <a:ext uri="{FF2B5EF4-FFF2-40B4-BE49-F238E27FC236}">
                  <a16:creationId xmlns:a16="http://schemas.microsoft.com/office/drawing/2014/main" id="{636E640F-DEBC-D5B6-1C3E-335A2A12F6EE}"/>
                </a:ext>
              </a:extLst>
            </p:cNvPr>
            <p:cNvSpPr/>
            <p:nvPr/>
          </p:nvSpPr>
          <p:spPr>
            <a:xfrm>
              <a:off x="6516000" y="1188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55" name="타원 454">
              <a:extLst>
                <a:ext uri="{FF2B5EF4-FFF2-40B4-BE49-F238E27FC236}">
                  <a16:creationId xmlns:a16="http://schemas.microsoft.com/office/drawing/2014/main" id="{D294AB48-A885-A4B1-E832-95ED5D1C9D97}"/>
                </a:ext>
              </a:extLst>
            </p:cNvPr>
            <p:cNvSpPr/>
            <p:nvPr/>
          </p:nvSpPr>
          <p:spPr>
            <a:xfrm>
              <a:off x="6516000" y="1008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56" name="타원 455">
              <a:extLst>
                <a:ext uri="{FF2B5EF4-FFF2-40B4-BE49-F238E27FC236}">
                  <a16:creationId xmlns:a16="http://schemas.microsoft.com/office/drawing/2014/main" id="{5463985A-0DFC-BC84-34A8-558530AD87C7}"/>
                </a:ext>
              </a:extLst>
            </p:cNvPr>
            <p:cNvSpPr/>
            <p:nvPr/>
          </p:nvSpPr>
          <p:spPr>
            <a:xfrm>
              <a:off x="6516000" y="828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57" name="타원 456">
              <a:extLst>
                <a:ext uri="{FF2B5EF4-FFF2-40B4-BE49-F238E27FC236}">
                  <a16:creationId xmlns:a16="http://schemas.microsoft.com/office/drawing/2014/main" id="{1966A018-9A93-9DFC-E952-F91E4BD70D55}"/>
                </a:ext>
              </a:extLst>
            </p:cNvPr>
            <p:cNvSpPr/>
            <p:nvPr/>
          </p:nvSpPr>
          <p:spPr>
            <a:xfrm>
              <a:off x="6516000" y="648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G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458" name="타원 457">
              <a:extLst>
                <a:ext uri="{FF2B5EF4-FFF2-40B4-BE49-F238E27FC236}">
                  <a16:creationId xmlns:a16="http://schemas.microsoft.com/office/drawing/2014/main" id="{293DBA7A-6571-64E7-A9C7-70C34E2F1F8E}"/>
                </a:ext>
              </a:extLst>
            </p:cNvPr>
            <p:cNvSpPr/>
            <p:nvPr/>
          </p:nvSpPr>
          <p:spPr>
            <a:xfrm>
              <a:off x="6516000" y="468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</p:spTree>
    <p:extLst>
      <p:ext uri="{BB962C8B-B14F-4D97-AF65-F5344CB8AC3E}">
        <p14:creationId xmlns:p14="http://schemas.microsoft.com/office/powerpoint/2010/main" val="26662753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5" name="그룹 544">
            <a:extLst>
              <a:ext uri="{FF2B5EF4-FFF2-40B4-BE49-F238E27FC236}">
                <a16:creationId xmlns:a16="http://schemas.microsoft.com/office/drawing/2014/main" id="{ACD57EF3-24C5-171A-1073-DF2BE8869650}"/>
              </a:ext>
            </a:extLst>
          </p:cNvPr>
          <p:cNvGrpSpPr/>
          <p:nvPr/>
        </p:nvGrpSpPr>
        <p:grpSpPr>
          <a:xfrm>
            <a:off x="720000" y="2161334"/>
            <a:ext cx="4320000" cy="2880000"/>
            <a:chOff x="3600000" y="3600000"/>
            <a:chExt cx="4320000" cy="2880000"/>
          </a:xfrm>
        </p:grpSpPr>
        <p:sp>
          <p:nvSpPr>
            <p:cNvPr id="412" name="직사각형 411">
              <a:extLst>
                <a:ext uri="{FF2B5EF4-FFF2-40B4-BE49-F238E27FC236}">
                  <a16:creationId xmlns:a16="http://schemas.microsoft.com/office/drawing/2014/main" id="{06DBAD76-570D-2111-DC03-10E075387060}"/>
                </a:ext>
              </a:extLst>
            </p:cNvPr>
            <p:cNvSpPr/>
            <p:nvPr/>
          </p:nvSpPr>
          <p:spPr>
            <a:xfrm>
              <a:off x="3600000" y="3600000"/>
              <a:ext cx="4320000" cy="2880000"/>
            </a:xfrm>
            <a:prstGeom prst="rect">
              <a:avLst/>
            </a:prstGeom>
            <a:solidFill>
              <a:schemeClr val="accent6">
                <a:lumMod val="75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D77700D6-5336-C099-B4A3-B8589B6ED2C2}"/>
                </a:ext>
              </a:extLst>
            </p:cNvPr>
            <p:cNvSpPr/>
            <p:nvPr/>
          </p:nvSpPr>
          <p:spPr>
            <a:xfrm>
              <a:off x="396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7AD6C68A-C139-4920-96F2-4388A6E1814B}"/>
                </a:ext>
              </a:extLst>
            </p:cNvPr>
            <p:cNvSpPr/>
            <p:nvPr/>
          </p:nvSpPr>
          <p:spPr>
            <a:xfrm>
              <a:off x="396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5A582A84-2E51-C17A-AF9E-0860B355CBD5}"/>
                </a:ext>
              </a:extLst>
            </p:cNvPr>
            <p:cNvSpPr/>
            <p:nvPr/>
          </p:nvSpPr>
          <p:spPr>
            <a:xfrm>
              <a:off x="396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D4F1F9F1-C364-E802-1A9F-1A11B4B5FA64}"/>
                </a:ext>
              </a:extLst>
            </p:cNvPr>
            <p:cNvSpPr/>
            <p:nvPr/>
          </p:nvSpPr>
          <p:spPr>
            <a:xfrm>
              <a:off x="396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09678EC-4A67-34DD-5E72-7C57247CF2D1}"/>
                </a:ext>
              </a:extLst>
            </p:cNvPr>
            <p:cNvSpPr/>
            <p:nvPr/>
          </p:nvSpPr>
          <p:spPr>
            <a:xfrm>
              <a:off x="396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7C502EDC-F451-A655-A64A-C5F8B1D1CDDB}"/>
                </a:ext>
              </a:extLst>
            </p:cNvPr>
            <p:cNvSpPr/>
            <p:nvPr/>
          </p:nvSpPr>
          <p:spPr>
            <a:xfrm>
              <a:off x="396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558AF75-BEE9-ED21-7696-DD6BE3A6C642}"/>
                </a:ext>
              </a:extLst>
            </p:cNvPr>
            <p:cNvSpPr/>
            <p:nvPr/>
          </p:nvSpPr>
          <p:spPr>
            <a:xfrm>
              <a:off x="396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5F36E8D5-40EE-3CCB-E07F-A13E4901B8A7}"/>
                </a:ext>
              </a:extLst>
            </p:cNvPr>
            <p:cNvSpPr/>
            <p:nvPr/>
          </p:nvSpPr>
          <p:spPr>
            <a:xfrm>
              <a:off x="396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83C96484-DAC8-883F-9A4F-6BC60740CE4F}"/>
                </a:ext>
              </a:extLst>
            </p:cNvPr>
            <p:cNvSpPr/>
            <p:nvPr/>
          </p:nvSpPr>
          <p:spPr>
            <a:xfrm>
              <a:off x="396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37BDC756-EF63-2BAE-BCBF-686ACC5A9BB9}"/>
                </a:ext>
              </a:extLst>
            </p:cNvPr>
            <p:cNvSpPr/>
            <p:nvPr/>
          </p:nvSpPr>
          <p:spPr>
            <a:xfrm>
              <a:off x="396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4DE85903-1056-F5BD-B898-EE4F40F6B1B6}"/>
                </a:ext>
              </a:extLst>
            </p:cNvPr>
            <p:cNvSpPr/>
            <p:nvPr/>
          </p:nvSpPr>
          <p:spPr>
            <a:xfrm>
              <a:off x="414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EDCFD03D-5AC5-34BD-00AF-11C305A3EE36}"/>
                </a:ext>
              </a:extLst>
            </p:cNvPr>
            <p:cNvSpPr/>
            <p:nvPr/>
          </p:nvSpPr>
          <p:spPr>
            <a:xfrm>
              <a:off x="414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E4BA2CD3-CDA4-6C0E-A021-50EC7D9376C7}"/>
                </a:ext>
              </a:extLst>
            </p:cNvPr>
            <p:cNvSpPr/>
            <p:nvPr/>
          </p:nvSpPr>
          <p:spPr>
            <a:xfrm>
              <a:off x="414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87348296-F4A6-C2AC-0CD1-D976B485C309}"/>
                </a:ext>
              </a:extLst>
            </p:cNvPr>
            <p:cNvSpPr/>
            <p:nvPr/>
          </p:nvSpPr>
          <p:spPr>
            <a:xfrm>
              <a:off x="414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DD229A31-3C70-1771-3B47-798218B67652}"/>
                </a:ext>
              </a:extLst>
            </p:cNvPr>
            <p:cNvSpPr/>
            <p:nvPr/>
          </p:nvSpPr>
          <p:spPr>
            <a:xfrm>
              <a:off x="414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A816E745-A529-E09B-F08B-66558DEF89A1}"/>
                </a:ext>
              </a:extLst>
            </p:cNvPr>
            <p:cNvSpPr/>
            <p:nvPr/>
          </p:nvSpPr>
          <p:spPr>
            <a:xfrm>
              <a:off x="414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BDC195FA-9731-5FBE-6A1B-79B0C4C7B885}"/>
                </a:ext>
              </a:extLst>
            </p:cNvPr>
            <p:cNvSpPr/>
            <p:nvPr/>
          </p:nvSpPr>
          <p:spPr>
            <a:xfrm>
              <a:off x="414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4506BE1C-C721-6AB0-E1B0-7419C30253AD}"/>
                </a:ext>
              </a:extLst>
            </p:cNvPr>
            <p:cNvSpPr/>
            <p:nvPr/>
          </p:nvSpPr>
          <p:spPr>
            <a:xfrm>
              <a:off x="414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250CB4EF-26DC-CBDF-9AE4-D538973222AD}"/>
                </a:ext>
              </a:extLst>
            </p:cNvPr>
            <p:cNvSpPr/>
            <p:nvPr/>
          </p:nvSpPr>
          <p:spPr>
            <a:xfrm>
              <a:off x="414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A175C7D2-7806-555E-7524-8C65E58E5B5D}"/>
                </a:ext>
              </a:extLst>
            </p:cNvPr>
            <p:cNvSpPr/>
            <p:nvPr/>
          </p:nvSpPr>
          <p:spPr>
            <a:xfrm>
              <a:off x="414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" name="타원 37">
              <a:extLst>
                <a:ext uri="{FF2B5EF4-FFF2-40B4-BE49-F238E27FC236}">
                  <a16:creationId xmlns:a16="http://schemas.microsoft.com/office/drawing/2014/main" id="{B9D8394F-9704-CC4B-FB08-7DAA6E061E05}"/>
                </a:ext>
              </a:extLst>
            </p:cNvPr>
            <p:cNvSpPr/>
            <p:nvPr/>
          </p:nvSpPr>
          <p:spPr>
            <a:xfrm>
              <a:off x="432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418C6B51-59D9-5651-5331-92F898DD7EE4}"/>
                </a:ext>
              </a:extLst>
            </p:cNvPr>
            <p:cNvSpPr/>
            <p:nvPr/>
          </p:nvSpPr>
          <p:spPr>
            <a:xfrm>
              <a:off x="432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A77C80C8-F0E4-0C75-4503-1B1BCE6A42A3}"/>
                </a:ext>
              </a:extLst>
            </p:cNvPr>
            <p:cNvSpPr/>
            <p:nvPr/>
          </p:nvSpPr>
          <p:spPr>
            <a:xfrm>
              <a:off x="432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C7B6F7DF-8BE5-999F-30A1-1E083DF63DD0}"/>
                </a:ext>
              </a:extLst>
            </p:cNvPr>
            <p:cNvSpPr/>
            <p:nvPr/>
          </p:nvSpPr>
          <p:spPr>
            <a:xfrm>
              <a:off x="432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064F1833-94DF-7A70-7E3C-328CED6036F5}"/>
                </a:ext>
              </a:extLst>
            </p:cNvPr>
            <p:cNvSpPr/>
            <p:nvPr/>
          </p:nvSpPr>
          <p:spPr>
            <a:xfrm>
              <a:off x="432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" name="타원 48">
              <a:extLst>
                <a:ext uri="{FF2B5EF4-FFF2-40B4-BE49-F238E27FC236}">
                  <a16:creationId xmlns:a16="http://schemas.microsoft.com/office/drawing/2014/main" id="{AC72531B-4E6E-C28B-950B-5C362E89354F}"/>
                </a:ext>
              </a:extLst>
            </p:cNvPr>
            <p:cNvSpPr/>
            <p:nvPr/>
          </p:nvSpPr>
          <p:spPr>
            <a:xfrm>
              <a:off x="432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F2D99AEE-274D-0CFE-BAE6-6F9A67CA739E}"/>
                </a:ext>
              </a:extLst>
            </p:cNvPr>
            <p:cNvSpPr/>
            <p:nvPr/>
          </p:nvSpPr>
          <p:spPr>
            <a:xfrm>
              <a:off x="432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" name="타원 46">
              <a:extLst>
                <a:ext uri="{FF2B5EF4-FFF2-40B4-BE49-F238E27FC236}">
                  <a16:creationId xmlns:a16="http://schemas.microsoft.com/office/drawing/2014/main" id="{D7E24136-EB25-28E0-8B4E-13EE4DE41674}"/>
                </a:ext>
              </a:extLst>
            </p:cNvPr>
            <p:cNvSpPr/>
            <p:nvPr/>
          </p:nvSpPr>
          <p:spPr>
            <a:xfrm>
              <a:off x="432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8C037CB6-141C-2B51-5EA4-CAB4AA11D420}"/>
                </a:ext>
              </a:extLst>
            </p:cNvPr>
            <p:cNvSpPr/>
            <p:nvPr/>
          </p:nvSpPr>
          <p:spPr>
            <a:xfrm>
              <a:off x="432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E9C2ED8B-FD8F-9E39-5E7E-3A238F4BEB58}"/>
                </a:ext>
              </a:extLst>
            </p:cNvPr>
            <p:cNvSpPr/>
            <p:nvPr/>
          </p:nvSpPr>
          <p:spPr>
            <a:xfrm>
              <a:off x="432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8" name="타원 67">
              <a:extLst>
                <a:ext uri="{FF2B5EF4-FFF2-40B4-BE49-F238E27FC236}">
                  <a16:creationId xmlns:a16="http://schemas.microsoft.com/office/drawing/2014/main" id="{D984A1A9-97C8-E1E6-3CD8-38348DC8411C}"/>
                </a:ext>
              </a:extLst>
            </p:cNvPr>
            <p:cNvSpPr/>
            <p:nvPr/>
          </p:nvSpPr>
          <p:spPr>
            <a:xfrm>
              <a:off x="450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9" name="타원 68">
              <a:extLst>
                <a:ext uri="{FF2B5EF4-FFF2-40B4-BE49-F238E27FC236}">
                  <a16:creationId xmlns:a16="http://schemas.microsoft.com/office/drawing/2014/main" id="{9BA7AD3C-8707-A744-5B25-8CCFDEFFD147}"/>
                </a:ext>
              </a:extLst>
            </p:cNvPr>
            <p:cNvSpPr/>
            <p:nvPr/>
          </p:nvSpPr>
          <p:spPr>
            <a:xfrm>
              <a:off x="450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C3B7D90C-582D-1F2B-91E7-B1B84F579F95}"/>
                </a:ext>
              </a:extLst>
            </p:cNvPr>
            <p:cNvSpPr/>
            <p:nvPr/>
          </p:nvSpPr>
          <p:spPr>
            <a:xfrm>
              <a:off x="450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7" name="타원 66">
              <a:extLst>
                <a:ext uri="{FF2B5EF4-FFF2-40B4-BE49-F238E27FC236}">
                  <a16:creationId xmlns:a16="http://schemas.microsoft.com/office/drawing/2014/main" id="{B232C138-48C2-8661-2B64-CD7CD6F59638}"/>
                </a:ext>
              </a:extLst>
            </p:cNvPr>
            <p:cNvSpPr/>
            <p:nvPr/>
          </p:nvSpPr>
          <p:spPr>
            <a:xfrm>
              <a:off x="450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FDC74B6F-55C5-8934-7CBE-9A01278C73B5}"/>
                </a:ext>
              </a:extLst>
            </p:cNvPr>
            <p:cNvSpPr/>
            <p:nvPr/>
          </p:nvSpPr>
          <p:spPr>
            <a:xfrm>
              <a:off x="450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A4619A09-E3C6-84B7-117B-269FB545F24B}"/>
                </a:ext>
              </a:extLst>
            </p:cNvPr>
            <p:cNvSpPr/>
            <p:nvPr/>
          </p:nvSpPr>
          <p:spPr>
            <a:xfrm>
              <a:off x="450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2" name="타원 61">
              <a:extLst>
                <a:ext uri="{FF2B5EF4-FFF2-40B4-BE49-F238E27FC236}">
                  <a16:creationId xmlns:a16="http://schemas.microsoft.com/office/drawing/2014/main" id="{D0227C20-74C1-B4DF-9E5C-222A99C99BF9}"/>
                </a:ext>
              </a:extLst>
            </p:cNvPr>
            <p:cNvSpPr/>
            <p:nvPr/>
          </p:nvSpPr>
          <p:spPr>
            <a:xfrm>
              <a:off x="450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3" name="타원 62">
              <a:extLst>
                <a:ext uri="{FF2B5EF4-FFF2-40B4-BE49-F238E27FC236}">
                  <a16:creationId xmlns:a16="http://schemas.microsoft.com/office/drawing/2014/main" id="{92E9CAED-CCFC-1133-4B80-E22DD99C8569}"/>
                </a:ext>
              </a:extLst>
            </p:cNvPr>
            <p:cNvSpPr/>
            <p:nvPr/>
          </p:nvSpPr>
          <p:spPr>
            <a:xfrm>
              <a:off x="450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" name="타원 57">
              <a:extLst>
                <a:ext uri="{FF2B5EF4-FFF2-40B4-BE49-F238E27FC236}">
                  <a16:creationId xmlns:a16="http://schemas.microsoft.com/office/drawing/2014/main" id="{70F8CEB0-0C9E-7B38-CF6C-4F0A88364E0F}"/>
                </a:ext>
              </a:extLst>
            </p:cNvPr>
            <p:cNvSpPr/>
            <p:nvPr/>
          </p:nvSpPr>
          <p:spPr>
            <a:xfrm>
              <a:off x="450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9" name="타원 58">
              <a:extLst>
                <a:ext uri="{FF2B5EF4-FFF2-40B4-BE49-F238E27FC236}">
                  <a16:creationId xmlns:a16="http://schemas.microsoft.com/office/drawing/2014/main" id="{5DBE7972-FA1A-BC1A-A8F4-7CB55C0D119E}"/>
                </a:ext>
              </a:extLst>
            </p:cNvPr>
            <p:cNvSpPr/>
            <p:nvPr/>
          </p:nvSpPr>
          <p:spPr>
            <a:xfrm>
              <a:off x="450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2" name="타원 71">
              <a:extLst>
                <a:ext uri="{FF2B5EF4-FFF2-40B4-BE49-F238E27FC236}">
                  <a16:creationId xmlns:a16="http://schemas.microsoft.com/office/drawing/2014/main" id="{8B4FDE98-3A08-9F46-D086-85DEB3EB8FDE}"/>
                </a:ext>
              </a:extLst>
            </p:cNvPr>
            <p:cNvSpPr/>
            <p:nvPr/>
          </p:nvSpPr>
          <p:spPr>
            <a:xfrm>
              <a:off x="468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A3D76860-9C85-78F3-0648-39CA8C32A8FA}"/>
                </a:ext>
              </a:extLst>
            </p:cNvPr>
            <p:cNvSpPr/>
            <p:nvPr/>
          </p:nvSpPr>
          <p:spPr>
            <a:xfrm>
              <a:off x="468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EF463B54-1D99-1C32-EA3D-E42DE864D0D9}"/>
                </a:ext>
              </a:extLst>
            </p:cNvPr>
            <p:cNvSpPr/>
            <p:nvPr/>
          </p:nvSpPr>
          <p:spPr>
            <a:xfrm>
              <a:off x="468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6" name="타원 75">
              <a:extLst>
                <a:ext uri="{FF2B5EF4-FFF2-40B4-BE49-F238E27FC236}">
                  <a16:creationId xmlns:a16="http://schemas.microsoft.com/office/drawing/2014/main" id="{0A0E2AA6-0D41-BB4D-1BA3-DE001EBC5308}"/>
                </a:ext>
              </a:extLst>
            </p:cNvPr>
            <p:cNvSpPr/>
            <p:nvPr/>
          </p:nvSpPr>
          <p:spPr>
            <a:xfrm>
              <a:off x="468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F6E66D61-AFE2-A7AA-3318-4899B27BC0B4}"/>
                </a:ext>
              </a:extLst>
            </p:cNvPr>
            <p:cNvSpPr/>
            <p:nvPr/>
          </p:nvSpPr>
          <p:spPr>
            <a:xfrm>
              <a:off x="468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A423808D-CB57-4DF5-A042-E24CEBBE4878}"/>
                </a:ext>
              </a:extLst>
            </p:cNvPr>
            <p:cNvSpPr/>
            <p:nvPr/>
          </p:nvSpPr>
          <p:spPr>
            <a:xfrm>
              <a:off x="468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0" name="타원 79">
              <a:extLst>
                <a:ext uri="{FF2B5EF4-FFF2-40B4-BE49-F238E27FC236}">
                  <a16:creationId xmlns:a16="http://schemas.microsoft.com/office/drawing/2014/main" id="{EB0A0B98-AEFB-C4CB-FB01-35560BBA1464}"/>
                </a:ext>
              </a:extLst>
            </p:cNvPr>
            <p:cNvSpPr/>
            <p:nvPr/>
          </p:nvSpPr>
          <p:spPr>
            <a:xfrm>
              <a:off x="468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1" name="타원 80">
              <a:extLst>
                <a:ext uri="{FF2B5EF4-FFF2-40B4-BE49-F238E27FC236}">
                  <a16:creationId xmlns:a16="http://schemas.microsoft.com/office/drawing/2014/main" id="{ACE2A7C3-D3DF-825E-5692-5AFB167B5557}"/>
                </a:ext>
              </a:extLst>
            </p:cNvPr>
            <p:cNvSpPr/>
            <p:nvPr/>
          </p:nvSpPr>
          <p:spPr>
            <a:xfrm>
              <a:off x="468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5" name="타원 84">
              <a:extLst>
                <a:ext uri="{FF2B5EF4-FFF2-40B4-BE49-F238E27FC236}">
                  <a16:creationId xmlns:a16="http://schemas.microsoft.com/office/drawing/2014/main" id="{4410B5B1-E67D-DCBF-7806-1E8DC3E4DF8B}"/>
                </a:ext>
              </a:extLst>
            </p:cNvPr>
            <p:cNvSpPr/>
            <p:nvPr/>
          </p:nvSpPr>
          <p:spPr>
            <a:xfrm>
              <a:off x="468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6" name="타원 85">
              <a:extLst>
                <a:ext uri="{FF2B5EF4-FFF2-40B4-BE49-F238E27FC236}">
                  <a16:creationId xmlns:a16="http://schemas.microsoft.com/office/drawing/2014/main" id="{1975C3CB-D5E8-71CD-3D50-58B0DFBCE6D5}"/>
                </a:ext>
              </a:extLst>
            </p:cNvPr>
            <p:cNvSpPr/>
            <p:nvPr/>
          </p:nvSpPr>
          <p:spPr>
            <a:xfrm>
              <a:off x="468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E64DADF2-52A4-B29D-C172-AE0CECB2C925}"/>
                </a:ext>
              </a:extLst>
            </p:cNvPr>
            <p:cNvSpPr/>
            <p:nvPr/>
          </p:nvSpPr>
          <p:spPr>
            <a:xfrm>
              <a:off x="486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3" name="타원 102">
              <a:extLst>
                <a:ext uri="{FF2B5EF4-FFF2-40B4-BE49-F238E27FC236}">
                  <a16:creationId xmlns:a16="http://schemas.microsoft.com/office/drawing/2014/main" id="{B19F5B2A-2CCD-A3BD-E37C-96FCBB95355D}"/>
                </a:ext>
              </a:extLst>
            </p:cNvPr>
            <p:cNvSpPr/>
            <p:nvPr/>
          </p:nvSpPr>
          <p:spPr>
            <a:xfrm>
              <a:off x="486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0" name="타원 99">
              <a:extLst>
                <a:ext uri="{FF2B5EF4-FFF2-40B4-BE49-F238E27FC236}">
                  <a16:creationId xmlns:a16="http://schemas.microsoft.com/office/drawing/2014/main" id="{9168D62B-0952-42AC-88EB-A2CCF19FBC2F}"/>
                </a:ext>
              </a:extLst>
            </p:cNvPr>
            <p:cNvSpPr/>
            <p:nvPr/>
          </p:nvSpPr>
          <p:spPr>
            <a:xfrm>
              <a:off x="486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A9F32087-783F-B1DF-EA76-BB15B6E32D9E}"/>
                </a:ext>
              </a:extLst>
            </p:cNvPr>
            <p:cNvSpPr/>
            <p:nvPr/>
          </p:nvSpPr>
          <p:spPr>
            <a:xfrm>
              <a:off x="486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5CA7452F-B778-DDFC-C40E-E9F14E2207D4}"/>
                </a:ext>
              </a:extLst>
            </p:cNvPr>
            <p:cNvSpPr/>
            <p:nvPr/>
          </p:nvSpPr>
          <p:spPr>
            <a:xfrm>
              <a:off x="486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9" name="타원 98">
              <a:extLst>
                <a:ext uri="{FF2B5EF4-FFF2-40B4-BE49-F238E27FC236}">
                  <a16:creationId xmlns:a16="http://schemas.microsoft.com/office/drawing/2014/main" id="{94DC21A0-FFA5-D00F-15B3-4008C99A7B00}"/>
                </a:ext>
              </a:extLst>
            </p:cNvPr>
            <p:cNvSpPr/>
            <p:nvPr/>
          </p:nvSpPr>
          <p:spPr>
            <a:xfrm>
              <a:off x="486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6" name="타원 95">
              <a:extLst>
                <a:ext uri="{FF2B5EF4-FFF2-40B4-BE49-F238E27FC236}">
                  <a16:creationId xmlns:a16="http://schemas.microsoft.com/office/drawing/2014/main" id="{04EAC73B-FB48-9F5E-B881-F0C492E0262B}"/>
                </a:ext>
              </a:extLst>
            </p:cNvPr>
            <p:cNvSpPr/>
            <p:nvPr/>
          </p:nvSpPr>
          <p:spPr>
            <a:xfrm>
              <a:off x="486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03D66A57-2CCD-7943-E57C-833A552C4EFE}"/>
                </a:ext>
              </a:extLst>
            </p:cNvPr>
            <p:cNvSpPr/>
            <p:nvPr/>
          </p:nvSpPr>
          <p:spPr>
            <a:xfrm>
              <a:off x="486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2" name="타원 91">
              <a:extLst>
                <a:ext uri="{FF2B5EF4-FFF2-40B4-BE49-F238E27FC236}">
                  <a16:creationId xmlns:a16="http://schemas.microsoft.com/office/drawing/2014/main" id="{CBF3FE7B-BBAE-7BE5-FA14-69B91E22BAA1}"/>
                </a:ext>
              </a:extLst>
            </p:cNvPr>
            <p:cNvSpPr/>
            <p:nvPr/>
          </p:nvSpPr>
          <p:spPr>
            <a:xfrm>
              <a:off x="486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3" name="타원 92">
              <a:extLst>
                <a:ext uri="{FF2B5EF4-FFF2-40B4-BE49-F238E27FC236}">
                  <a16:creationId xmlns:a16="http://schemas.microsoft.com/office/drawing/2014/main" id="{511227CF-FA42-60F6-9794-8BDC59899598}"/>
                </a:ext>
              </a:extLst>
            </p:cNvPr>
            <p:cNvSpPr/>
            <p:nvPr/>
          </p:nvSpPr>
          <p:spPr>
            <a:xfrm>
              <a:off x="486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6" name="타원 135">
              <a:extLst>
                <a:ext uri="{FF2B5EF4-FFF2-40B4-BE49-F238E27FC236}">
                  <a16:creationId xmlns:a16="http://schemas.microsoft.com/office/drawing/2014/main" id="{5ED10F84-37AC-690D-D85A-946F338EF9B9}"/>
                </a:ext>
              </a:extLst>
            </p:cNvPr>
            <p:cNvSpPr/>
            <p:nvPr/>
          </p:nvSpPr>
          <p:spPr>
            <a:xfrm>
              <a:off x="504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7" name="타원 136">
              <a:extLst>
                <a:ext uri="{FF2B5EF4-FFF2-40B4-BE49-F238E27FC236}">
                  <a16:creationId xmlns:a16="http://schemas.microsoft.com/office/drawing/2014/main" id="{23029F96-EE2B-3F63-0B15-5137E7EC3F85}"/>
                </a:ext>
              </a:extLst>
            </p:cNvPr>
            <p:cNvSpPr/>
            <p:nvPr/>
          </p:nvSpPr>
          <p:spPr>
            <a:xfrm>
              <a:off x="504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4" name="타원 133">
              <a:extLst>
                <a:ext uri="{FF2B5EF4-FFF2-40B4-BE49-F238E27FC236}">
                  <a16:creationId xmlns:a16="http://schemas.microsoft.com/office/drawing/2014/main" id="{3FD56A15-9E48-A9DB-B5DC-AAD2B1F5FA8C}"/>
                </a:ext>
              </a:extLst>
            </p:cNvPr>
            <p:cNvSpPr/>
            <p:nvPr/>
          </p:nvSpPr>
          <p:spPr>
            <a:xfrm>
              <a:off x="504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5" name="타원 134">
              <a:extLst>
                <a:ext uri="{FF2B5EF4-FFF2-40B4-BE49-F238E27FC236}">
                  <a16:creationId xmlns:a16="http://schemas.microsoft.com/office/drawing/2014/main" id="{6A81047C-5444-0277-D14B-6CCFC5750870}"/>
                </a:ext>
              </a:extLst>
            </p:cNvPr>
            <p:cNvSpPr/>
            <p:nvPr/>
          </p:nvSpPr>
          <p:spPr>
            <a:xfrm>
              <a:off x="504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2" name="타원 131">
              <a:extLst>
                <a:ext uri="{FF2B5EF4-FFF2-40B4-BE49-F238E27FC236}">
                  <a16:creationId xmlns:a16="http://schemas.microsoft.com/office/drawing/2014/main" id="{4BFFBB76-ED94-AD0E-9295-D6FF6124AA61}"/>
                </a:ext>
              </a:extLst>
            </p:cNvPr>
            <p:cNvSpPr/>
            <p:nvPr/>
          </p:nvSpPr>
          <p:spPr>
            <a:xfrm>
              <a:off x="504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3" name="타원 132">
              <a:extLst>
                <a:ext uri="{FF2B5EF4-FFF2-40B4-BE49-F238E27FC236}">
                  <a16:creationId xmlns:a16="http://schemas.microsoft.com/office/drawing/2014/main" id="{EF6B777D-2348-986C-AC3A-3B8A92A06709}"/>
                </a:ext>
              </a:extLst>
            </p:cNvPr>
            <p:cNvSpPr/>
            <p:nvPr/>
          </p:nvSpPr>
          <p:spPr>
            <a:xfrm>
              <a:off x="504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0" name="타원 129">
              <a:extLst>
                <a:ext uri="{FF2B5EF4-FFF2-40B4-BE49-F238E27FC236}">
                  <a16:creationId xmlns:a16="http://schemas.microsoft.com/office/drawing/2014/main" id="{594FE896-AE6B-D910-5655-B3DF846DB7BD}"/>
                </a:ext>
              </a:extLst>
            </p:cNvPr>
            <p:cNvSpPr/>
            <p:nvPr/>
          </p:nvSpPr>
          <p:spPr>
            <a:xfrm>
              <a:off x="504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1" name="타원 130">
              <a:extLst>
                <a:ext uri="{FF2B5EF4-FFF2-40B4-BE49-F238E27FC236}">
                  <a16:creationId xmlns:a16="http://schemas.microsoft.com/office/drawing/2014/main" id="{6457E032-446E-FE8A-2036-D0A16F006C3B}"/>
                </a:ext>
              </a:extLst>
            </p:cNvPr>
            <p:cNvSpPr/>
            <p:nvPr/>
          </p:nvSpPr>
          <p:spPr>
            <a:xfrm>
              <a:off x="504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6" name="타원 125">
              <a:extLst>
                <a:ext uri="{FF2B5EF4-FFF2-40B4-BE49-F238E27FC236}">
                  <a16:creationId xmlns:a16="http://schemas.microsoft.com/office/drawing/2014/main" id="{5184572D-BE20-1017-9D4E-C38B943FC7B8}"/>
                </a:ext>
              </a:extLst>
            </p:cNvPr>
            <p:cNvSpPr/>
            <p:nvPr/>
          </p:nvSpPr>
          <p:spPr>
            <a:xfrm>
              <a:off x="504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7" name="타원 126">
              <a:extLst>
                <a:ext uri="{FF2B5EF4-FFF2-40B4-BE49-F238E27FC236}">
                  <a16:creationId xmlns:a16="http://schemas.microsoft.com/office/drawing/2014/main" id="{F7FD1A00-4E06-026B-195F-3C5118625E49}"/>
                </a:ext>
              </a:extLst>
            </p:cNvPr>
            <p:cNvSpPr/>
            <p:nvPr/>
          </p:nvSpPr>
          <p:spPr>
            <a:xfrm>
              <a:off x="504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4" name="타원 123">
              <a:extLst>
                <a:ext uri="{FF2B5EF4-FFF2-40B4-BE49-F238E27FC236}">
                  <a16:creationId xmlns:a16="http://schemas.microsoft.com/office/drawing/2014/main" id="{A601C742-88AE-6F39-B60D-F59D09C526EC}"/>
                </a:ext>
              </a:extLst>
            </p:cNvPr>
            <p:cNvSpPr/>
            <p:nvPr/>
          </p:nvSpPr>
          <p:spPr>
            <a:xfrm>
              <a:off x="522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5" name="타원 124">
              <a:extLst>
                <a:ext uri="{FF2B5EF4-FFF2-40B4-BE49-F238E27FC236}">
                  <a16:creationId xmlns:a16="http://schemas.microsoft.com/office/drawing/2014/main" id="{76F1C483-5F5A-F556-D390-1E5B4DD5F47C}"/>
                </a:ext>
              </a:extLst>
            </p:cNvPr>
            <p:cNvSpPr/>
            <p:nvPr/>
          </p:nvSpPr>
          <p:spPr>
            <a:xfrm>
              <a:off x="522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2" name="타원 121">
              <a:extLst>
                <a:ext uri="{FF2B5EF4-FFF2-40B4-BE49-F238E27FC236}">
                  <a16:creationId xmlns:a16="http://schemas.microsoft.com/office/drawing/2014/main" id="{BC6C7DD7-3E46-FD44-1271-5CDA5E3D4871}"/>
                </a:ext>
              </a:extLst>
            </p:cNvPr>
            <p:cNvSpPr/>
            <p:nvPr/>
          </p:nvSpPr>
          <p:spPr>
            <a:xfrm>
              <a:off x="522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3" name="타원 122">
              <a:extLst>
                <a:ext uri="{FF2B5EF4-FFF2-40B4-BE49-F238E27FC236}">
                  <a16:creationId xmlns:a16="http://schemas.microsoft.com/office/drawing/2014/main" id="{8316894E-A91F-8C67-E476-E13C564C8C8D}"/>
                </a:ext>
              </a:extLst>
            </p:cNvPr>
            <p:cNvSpPr/>
            <p:nvPr/>
          </p:nvSpPr>
          <p:spPr>
            <a:xfrm>
              <a:off x="522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0" name="타원 119">
              <a:extLst>
                <a:ext uri="{FF2B5EF4-FFF2-40B4-BE49-F238E27FC236}">
                  <a16:creationId xmlns:a16="http://schemas.microsoft.com/office/drawing/2014/main" id="{1F753C7E-B71A-8D2B-BE5E-35243D14BE6B}"/>
                </a:ext>
              </a:extLst>
            </p:cNvPr>
            <p:cNvSpPr/>
            <p:nvPr/>
          </p:nvSpPr>
          <p:spPr>
            <a:xfrm>
              <a:off x="522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1" name="타원 120">
              <a:extLst>
                <a:ext uri="{FF2B5EF4-FFF2-40B4-BE49-F238E27FC236}">
                  <a16:creationId xmlns:a16="http://schemas.microsoft.com/office/drawing/2014/main" id="{BDA31C1A-72A3-BD34-C497-7BC692D029E0}"/>
                </a:ext>
              </a:extLst>
            </p:cNvPr>
            <p:cNvSpPr/>
            <p:nvPr/>
          </p:nvSpPr>
          <p:spPr>
            <a:xfrm>
              <a:off x="522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8" name="타원 117">
              <a:extLst>
                <a:ext uri="{FF2B5EF4-FFF2-40B4-BE49-F238E27FC236}">
                  <a16:creationId xmlns:a16="http://schemas.microsoft.com/office/drawing/2014/main" id="{A1744034-AF21-F6C4-10F4-B3DE99683CBC}"/>
                </a:ext>
              </a:extLst>
            </p:cNvPr>
            <p:cNvSpPr/>
            <p:nvPr/>
          </p:nvSpPr>
          <p:spPr>
            <a:xfrm>
              <a:off x="522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9" name="타원 118">
              <a:extLst>
                <a:ext uri="{FF2B5EF4-FFF2-40B4-BE49-F238E27FC236}">
                  <a16:creationId xmlns:a16="http://schemas.microsoft.com/office/drawing/2014/main" id="{BE8C80CD-6736-C2EB-EB6C-F6F30EB65440}"/>
                </a:ext>
              </a:extLst>
            </p:cNvPr>
            <p:cNvSpPr/>
            <p:nvPr/>
          </p:nvSpPr>
          <p:spPr>
            <a:xfrm>
              <a:off x="522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4" name="타원 113">
              <a:extLst>
                <a:ext uri="{FF2B5EF4-FFF2-40B4-BE49-F238E27FC236}">
                  <a16:creationId xmlns:a16="http://schemas.microsoft.com/office/drawing/2014/main" id="{B185D206-5989-ABCD-7C65-9A27B4A3F59B}"/>
                </a:ext>
              </a:extLst>
            </p:cNvPr>
            <p:cNvSpPr/>
            <p:nvPr/>
          </p:nvSpPr>
          <p:spPr>
            <a:xfrm>
              <a:off x="522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5" name="타원 114">
              <a:extLst>
                <a:ext uri="{FF2B5EF4-FFF2-40B4-BE49-F238E27FC236}">
                  <a16:creationId xmlns:a16="http://schemas.microsoft.com/office/drawing/2014/main" id="{034AE8C1-2616-1560-F150-629C47586FC6}"/>
                </a:ext>
              </a:extLst>
            </p:cNvPr>
            <p:cNvSpPr/>
            <p:nvPr/>
          </p:nvSpPr>
          <p:spPr>
            <a:xfrm>
              <a:off x="522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0" name="타원 139">
              <a:extLst>
                <a:ext uri="{FF2B5EF4-FFF2-40B4-BE49-F238E27FC236}">
                  <a16:creationId xmlns:a16="http://schemas.microsoft.com/office/drawing/2014/main" id="{72C55701-F6B2-1D66-057B-D034FDD6902B}"/>
                </a:ext>
              </a:extLst>
            </p:cNvPr>
            <p:cNvSpPr/>
            <p:nvPr/>
          </p:nvSpPr>
          <p:spPr>
            <a:xfrm>
              <a:off x="540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1" name="타원 140">
              <a:extLst>
                <a:ext uri="{FF2B5EF4-FFF2-40B4-BE49-F238E27FC236}">
                  <a16:creationId xmlns:a16="http://schemas.microsoft.com/office/drawing/2014/main" id="{8D842F34-1618-B8F5-E66A-1108C3107841}"/>
                </a:ext>
              </a:extLst>
            </p:cNvPr>
            <p:cNvSpPr/>
            <p:nvPr/>
          </p:nvSpPr>
          <p:spPr>
            <a:xfrm>
              <a:off x="540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3" name="타원 142">
              <a:extLst>
                <a:ext uri="{FF2B5EF4-FFF2-40B4-BE49-F238E27FC236}">
                  <a16:creationId xmlns:a16="http://schemas.microsoft.com/office/drawing/2014/main" id="{AD8EF032-5511-CAE1-DAAE-0B184F313CA9}"/>
                </a:ext>
              </a:extLst>
            </p:cNvPr>
            <p:cNvSpPr/>
            <p:nvPr/>
          </p:nvSpPr>
          <p:spPr>
            <a:xfrm>
              <a:off x="540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4" name="타원 143">
              <a:extLst>
                <a:ext uri="{FF2B5EF4-FFF2-40B4-BE49-F238E27FC236}">
                  <a16:creationId xmlns:a16="http://schemas.microsoft.com/office/drawing/2014/main" id="{E362B982-BFA4-2D72-2C01-FBA12BA28C6D}"/>
                </a:ext>
              </a:extLst>
            </p:cNvPr>
            <p:cNvSpPr/>
            <p:nvPr/>
          </p:nvSpPr>
          <p:spPr>
            <a:xfrm>
              <a:off x="540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0" name="타원 149">
              <a:extLst>
                <a:ext uri="{FF2B5EF4-FFF2-40B4-BE49-F238E27FC236}">
                  <a16:creationId xmlns:a16="http://schemas.microsoft.com/office/drawing/2014/main" id="{49DEA758-0605-668B-6250-83D9397443BD}"/>
                </a:ext>
              </a:extLst>
            </p:cNvPr>
            <p:cNvSpPr/>
            <p:nvPr/>
          </p:nvSpPr>
          <p:spPr>
            <a:xfrm>
              <a:off x="540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1" name="타원 150">
              <a:extLst>
                <a:ext uri="{FF2B5EF4-FFF2-40B4-BE49-F238E27FC236}">
                  <a16:creationId xmlns:a16="http://schemas.microsoft.com/office/drawing/2014/main" id="{88E2898A-F561-BCFA-5D3F-FF5E9DE8C534}"/>
                </a:ext>
              </a:extLst>
            </p:cNvPr>
            <p:cNvSpPr/>
            <p:nvPr/>
          </p:nvSpPr>
          <p:spPr>
            <a:xfrm>
              <a:off x="540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8" name="타원 147">
              <a:extLst>
                <a:ext uri="{FF2B5EF4-FFF2-40B4-BE49-F238E27FC236}">
                  <a16:creationId xmlns:a16="http://schemas.microsoft.com/office/drawing/2014/main" id="{A505625A-E8AC-560D-CF14-902910082F68}"/>
                </a:ext>
              </a:extLst>
            </p:cNvPr>
            <p:cNvSpPr/>
            <p:nvPr/>
          </p:nvSpPr>
          <p:spPr>
            <a:xfrm>
              <a:off x="540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9" name="타원 148">
              <a:extLst>
                <a:ext uri="{FF2B5EF4-FFF2-40B4-BE49-F238E27FC236}">
                  <a16:creationId xmlns:a16="http://schemas.microsoft.com/office/drawing/2014/main" id="{6E83E6DB-6D26-54AA-DF82-E8F0DCCF68BF}"/>
                </a:ext>
              </a:extLst>
            </p:cNvPr>
            <p:cNvSpPr/>
            <p:nvPr/>
          </p:nvSpPr>
          <p:spPr>
            <a:xfrm>
              <a:off x="540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3" name="타원 152">
              <a:extLst>
                <a:ext uri="{FF2B5EF4-FFF2-40B4-BE49-F238E27FC236}">
                  <a16:creationId xmlns:a16="http://schemas.microsoft.com/office/drawing/2014/main" id="{54F209A2-2C10-266E-8CD7-05707F27AD23}"/>
                </a:ext>
              </a:extLst>
            </p:cNvPr>
            <p:cNvSpPr/>
            <p:nvPr/>
          </p:nvSpPr>
          <p:spPr>
            <a:xfrm>
              <a:off x="540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4" name="타원 153">
              <a:extLst>
                <a:ext uri="{FF2B5EF4-FFF2-40B4-BE49-F238E27FC236}">
                  <a16:creationId xmlns:a16="http://schemas.microsoft.com/office/drawing/2014/main" id="{3B8B3872-1143-723C-0D54-933BA4B102D8}"/>
                </a:ext>
              </a:extLst>
            </p:cNvPr>
            <p:cNvSpPr/>
            <p:nvPr/>
          </p:nvSpPr>
          <p:spPr>
            <a:xfrm>
              <a:off x="540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70" name="타원 169">
              <a:extLst>
                <a:ext uri="{FF2B5EF4-FFF2-40B4-BE49-F238E27FC236}">
                  <a16:creationId xmlns:a16="http://schemas.microsoft.com/office/drawing/2014/main" id="{D856A736-B2F5-494F-4C27-FC2C593236BF}"/>
                </a:ext>
              </a:extLst>
            </p:cNvPr>
            <p:cNvSpPr/>
            <p:nvPr/>
          </p:nvSpPr>
          <p:spPr>
            <a:xfrm>
              <a:off x="558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71" name="타원 170">
              <a:extLst>
                <a:ext uri="{FF2B5EF4-FFF2-40B4-BE49-F238E27FC236}">
                  <a16:creationId xmlns:a16="http://schemas.microsoft.com/office/drawing/2014/main" id="{FDEB5A2D-5EDB-993E-20DC-B89020D82518}"/>
                </a:ext>
              </a:extLst>
            </p:cNvPr>
            <p:cNvSpPr/>
            <p:nvPr/>
          </p:nvSpPr>
          <p:spPr>
            <a:xfrm>
              <a:off x="558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8" name="타원 167">
              <a:extLst>
                <a:ext uri="{FF2B5EF4-FFF2-40B4-BE49-F238E27FC236}">
                  <a16:creationId xmlns:a16="http://schemas.microsoft.com/office/drawing/2014/main" id="{5C55BB75-E31D-0BA9-63CE-81D4D09C7DAD}"/>
                </a:ext>
              </a:extLst>
            </p:cNvPr>
            <p:cNvSpPr/>
            <p:nvPr/>
          </p:nvSpPr>
          <p:spPr>
            <a:xfrm>
              <a:off x="558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9" name="타원 168">
              <a:extLst>
                <a:ext uri="{FF2B5EF4-FFF2-40B4-BE49-F238E27FC236}">
                  <a16:creationId xmlns:a16="http://schemas.microsoft.com/office/drawing/2014/main" id="{65A28009-6598-DEB4-EF02-8D4B14692498}"/>
                </a:ext>
              </a:extLst>
            </p:cNvPr>
            <p:cNvSpPr/>
            <p:nvPr/>
          </p:nvSpPr>
          <p:spPr>
            <a:xfrm>
              <a:off x="558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6" name="타원 165">
              <a:extLst>
                <a:ext uri="{FF2B5EF4-FFF2-40B4-BE49-F238E27FC236}">
                  <a16:creationId xmlns:a16="http://schemas.microsoft.com/office/drawing/2014/main" id="{B9AC2511-E16F-C72B-A65A-382B7DCDBCAC}"/>
                </a:ext>
              </a:extLst>
            </p:cNvPr>
            <p:cNvSpPr/>
            <p:nvPr/>
          </p:nvSpPr>
          <p:spPr>
            <a:xfrm>
              <a:off x="558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7" name="타원 166">
              <a:extLst>
                <a:ext uri="{FF2B5EF4-FFF2-40B4-BE49-F238E27FC236}">
                  <a16:creationId xmlns:a16="http://schemas.microsoft.com/office/drawing/2014/main" id="{EF91E40A-EC10-E0C8-E6B0-FE8FA3044D2D}"/>
                </a:ext>
              </a:extLst>
            </p:cNvPr>
            <p:cNvSpPr/>
            <p:nvPr/>
          </p:nvSpPr>
          <p:spPr>
            <a:xfrm>
              <a:off x="558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4" name="타원 163">
              <a:extLst>
                <a:ext uri="{FF2B5EF4-FFF2-40B4-BE49-F238E27FC236}">
                  <a16:creationId xmlns:a16="http://schemas.microsoft.com/office/drawing/2014/main" id="{AD4CCB73-2A6A-3557-FDC1-47B4CCBCC489}"/>
                </a:ext>
              </a:extLst>
            </p:cNvPr>
            <p:cNvSpPr/>
            <p:nvPr/>
          </p:nvSpPr>
          <p:spPr>
            <a:xfrm>
              <a:off x="558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5" name="타원 164">
              <a:extLst>
                <a:ext uri="{FF2B5EF4-FFF2-40B4-BE49-F238E27FC236}">
                  <a16:creationId xmlns:a16="http://schemas.microsoft.com/office/drawing/2014/main" id="{17E46A7B-D679-91D2-F34A-06B9199C7CEE}"/>
                </a:ext>
              </a:extLst>
            </p:cNvPr>
            <p:cNvSpPr/>
            <p:nvPr/>
          </p:nvSpPr>
          <p:spPr>
            <a:xfrm>
              <a:off x="558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0" name="타원 159">
              <a:extLst>
                <a:ext uri="{FF2B5EF4-FFF2-40B4-BE49-F238E27FC236}">
                  <a16:creationId xmlns:a16="http://schemas.microsoft.com/office/drawing/2014/main" id="{55A41DD9-0817-DBF1-6152-E67D7D76EFAA}"/>
                </a:ext>
              </a:extLst>
            </p:cNvPr>
            <p:cNvSpPr/>
            <p:nvPr/>
          </p:nvSpPr>
          <p:spPr>
            <a:xfrm>
              <a:off x="558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1" name="타원 160">
              <a:extLst>
                <a:ext uri="{FF2B5EF4-FFF2-40B4-BE49-F238E27FC236}">
                  <a16:creationId xmlns:a16="http://schemas.microsoft.com/office/drawing/2014/main" id="{79DD6302-7926-5C57-A6AC-DC92C874972F}"/>
                </a:ext>
              </a:extLst>
            </p:cNvPr>
            <p:cNvSpPr/>
            <p:nvPr/>
          </p:nvSpPr>
          <p:spPr>
            <a:xfrm>
              <a:off x="558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4" name="타원 203">
              <a:extLst>
                <a:ext uri="{FF2B5EF4-FFF2-40B4-BE49-F238E27FC236}">
                  <a16:creationId xmlns:a16="http://schemas.microsoft.com/office/drawing/2014/main" id="{32F5E759-2431-215F-FB11-72F9EEACC18A}"/>
                </a:ext>
              </a:extLst>
            </p:cNvPr>
            <p:cNvSpPr/>
            <p:nvPr/>
          </p:nvSpPr>
          <p:spPr>
            <a:xfrm>
              <a:off x="576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5" name="타원 204">
              <a:extLst>
                <a:ext uri="{FF2B5EF4-FFF2-40B4-BE49-F238E27FC236}">
                  <a16:creationId xmlns:a16="http://schemas.microsoft.com/office/drawing/2014/main" id="{97151C49-1E83-A691-6E88-789AE9DDD8CE}"/>
                </a:ext>
              </a:extLst>
            </p:cNvPr>
            <p:cNvSpPr/>
            <p:nvPr/>
          </p:nvSpPr>
          <p:spPr>
            <a:xfrm>
              <a:off x="576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2" name="타원 201">
              <a:extLst>
                <a:ext uri="{FF2B5EF4-FFF2-40B4-BE49-F238E27FC236}">
                  <a16:creationId xmlns:a16="http://schemas.microsoft.com/office/drawing/2014/main" id="{AF12270F-BC92-1035-56D5-FD1D8859B1E5}"/>
                </a:ext>
              </a:extLst>
            </p:cNvPr>
            <p:cNvSpPr/>
            <p:nvPr/>
          </p:nvSpPr>
          <p:spPr>
            <a:xfrm>
              <a:off x="576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3" name="타원 202">
              <a:extLst>
                <a:ext uri="{FF2B5EF4-FFF2-40B4-BE49-F238E27FC236}">
                  <a16:creationId xmlns:a16="http://schemas.microsoft.com/office/drawing/2014/main" id="{0DAA125D-08A9-33FC-2C3F-B9342BE77539}"/>
                </a:ext>
              </a:extLst>
            </p:cNvPr>
            <p:cNvSpPr/>
            <p:nvPr/>
          </p:nvSpPr>
          <p:spPr>
            <a:xfrm>
              <a:off x="576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0" name="타원 199">
              <a:extLst>
                <a:ext uri="{FF2B5EF4-FFF2-40B4-BE49-F238E27FC236}">
                  <a16:creationId xmlns:a16="http://schemas.microsoft.com/office/drawing/2014/main" id="{B4E2FF53-E9B1-9DD2-2689-88B19514B625}"/>
                </a:ext>
              </a:extLst>
            </p:cNvPr>
            <p:cNvSpPr/>
            <p:nvPr/>
          </p:nvSpPr>
          <p:spPr>
            <a:xfrm>
              <a:off x="576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1" name="타원 200">
              <a:extLst>
                <a:ext uri="{FF2B5EF4-FFF2-40B4-BE49-F238E27FC236}">
                  <a16:creationId xmlns:a16="http://schemas.microsoft.com/office/drawing/2014/main" id="{F7B1A2FD-DD12-8F75-EA9D-3213EB709E76}"/>
                </a:ext>
              </a:extLst>
            </p:cNvPr>
            <p:cNvSpPr/>
            <p:nvPr/>
          </p:nvSpPr>
          <p:spPr>
            <a:xfrm>
              <a:off x="576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8" name="타원 197">
              <a:extLst>
                <a:ext uri="{FF2B5EF4-FFF2-40B4-BE49-F238E27FC236}">
                  <a16:creationId xmlns:a16="http://schemas.microsoft.com/office/drawing/2014/main" id="{94330926-5BD6-BC47-9B83-414B3B91A95A}"/>
                </a:ext>
              </a:extLst>
            </p:cNvPr>
            <p:cNvSpPr/>
            <p:nvPr/>
          </p:nvSpPr>
          <p:spPr>
            <a:xfrm>
              <a:off x="576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9" name="타원 198">
              <a:extLst>
                <a:ext uri="{FF2B5EF4-FFF2-40B4-BE49-F238E27FC236}">
                  <a16:creationId xmlns:a16="http://schemas.microsoft.com/office/drawing/2014/main" id="{04942A9D-7D51-9529-9334-CFA7C1438BC5}"/>
                </a:ext>
              </a:extLst>
            </p:cNvPr>
            <p:cNvSpPr/>
            <p:nvPr/>
          </p:nvSpPr>
          <p:spPr>
            <a:xfrm>
              <a:off x="576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4" name="타원 193">
              <a:extLst>
                <a:ext uri="{FF2B5EF4-FFF2-40B4-BE49-F238E27FC236}">
                  <a16:creationId xmlns:a16="http://schemas.microsoft.com/office/drawing/2014/main" id="{86C9139B-F415-3734-32C6-FC129397A72B}"/>
                </a:ext>
              </a:extLst>
            </p:cNvPr>
            <p:cNvSpPr/>
            <p:nvPr/>
          </p:nvSpPr>
          <p:spPr>
            <a:xfrm>
              <a:off x="576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5" name="타원 194">
              <a:extLst>
                <a:ext uri="{FF2B5EF4-FFF2-40B4-BE49-F238E27FC236}">
                  <a16:creationId xmlns:a16="http://schemas.microsoft.com/office/drawing/2014/main" id="{F8C3D990-FDB6-78AE-2B83-43D75993FA2A}"/>
                </a:ext>
              </a:extLst>
            </p:cNvPr>
            <p:cNvSpPr/>
            <p:nvPr/>
          </p:nvSpPr>
          <p:spPr>
            <a:xfrm>
              <a:off x="576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2" name="타원 191">
              <a:extLst>
                <a:ext uri="{FF2B5EF4-FFF2-40B4-BE49-F238E27FC236}">
                  <a16:creationId xmlns:a16="http://schemas.microsoft.com/office/drawing/2014/main" id="{9F56661C-F479-5A36-8B4F-EAF4E9E7E58E}"/>
                </a:ext>
              </a:extLst>
            </p:cNvPr>
            <p:cNvSpPr/>
            <p:nvPr/>
          </p:nvSpPr>
          <p:spPr>
            <a:xfrm>
              <a:off x="594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3" name="타원 192">
              <a:extLst>
                <a:ext uri="{FF2B5EF4-FFF2-40B4-BE49-F238E27FC236}">
                  <a16:creationId xmlns:a16="http://schemas.microsoft.com/office/drawing/2014/main" id="{0735396E-AE37-BB74-C645-8F3909F01FF0}"/>
                </a:ext>
              </a:extLst>
            </p:cNvPr>
            <p:cNvSpPr/>
            <p:nvPr/>
          </p:nvSpPr>
          <p:spPr>
            <a:xfrm>
              <a:off x="594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0" name="타원 189">
              <a:extLst>
                <a:ext uri="{FF2B5EF4-FFF2-40B4-BE49-F238E27FC236}">
                  <a16:creationId xmlns:a16="http://schemas.microsoft.com/office/drawing/2014/main" id="{5DA15530-C862-8C20-5A6C-F68F28F410E9}"/>
                </a:ext>
              </a:extLst>
            </p:cNvPr>
            <p:cNvSpPr/>
            <p:nvPr/>
          </p:nvSpPr>
          <p:spPr>
            <a:xfrm>
              <a:off x="594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1" name="타원 190">
              <a:extLst>
                <a:ext uri="{FF2B5EF4-FFF2-40B4-BE49-F238E27FC236}">
                  <a16:creationId xmlns:a16="http://schemas.microsoft.com/office/drawing/2014/main" id="{37695303-CF8C-DDC3-EFB6-470EAC17AA8C}"/>
                </a:ext>
              </a:extLst>
            </p:cNvPr>
            <p:cNvSpPr/>
            <p:nvPr/>
          </p:nvSpPr>
          <p:spPr>
            <a:xfrm>
              <a:off x="594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8" name="타원 187">
              <a:extLst>
                <a:ext uri="{FF2B5EF4-FFF2-40B4-BE49-F238E27FC236}">
                  <a16:creationId xmlns:a16="http://schemas.microsoft.com/office/drawing/2014/main" id="{1D71C5BF-BD96-36A6-A4BA-D17AE112F3A2}"/>
                </a:ext>
              </a:extLst>
            </p:cNvPr>
            <p:cNvSpPr/>
            <p:nvPr/>
          </p:nvSpPr>
          <p:spPr>
            <a:xfrm>
              <a:off x="594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9" name="타원 188">
              <a:extLst>
                <a:ext uri="{FF2B5EF4-FFF2-40B4-BE49-F238E27FC236}">
                  <a16:creationId xmlns:a16="http://schemas.microsoft.com/office/drawing/2014/main" id="{A13BAF47-5796-9D49-BD9A-258A35E04AAB}"/>
                </a:ext>
              </a:extLst>
            </p:cNvPr>
            <p:cNvSpPr/>
            <p:nvPr/>
          </p:nvSpPr>
          <p:spPr>
            <a:xfrm>
              <a:off x="594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6" name="타원 185">
              <a:extLst>
                <a:ext uri="{FF2B5EF4-FFF2-40B4-BE49-F238E27FC236}">
                  <a16:creationId xmlns:a16="http://schemas.microsoft.com/office/drawing/2014/main" id="{1D3F2C8A-A023-BF98-4A36-489632451774}"/>
                </a:ext>
              </a:extLst>
            </p:cNvPr>
            <p:cNvSpPr/>
            <p:nvPr/>
          </p:nvSpPr>
          <p:spPr>
            <a:xfrm>
              <a:off x="594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7" name="타원 186">
              <a:extLst>
                <a:ext uri="{FF2B5EF4-FFF2-40B4-BE49-F238E27FC236}">
                  <a16:creationId xmlns:a16="http://schemas.microsoft.com/office/drawing/2014/main" id="{02FE45CD-A98D-0DAA-4290-7EAEED9BE57C}"/>
                </a:ext>
              </a:extLst>
            </p:cNvPr>
            <p:cNvSpPr/>
            <p:nvPr/>
          </p:nvSpPr>
          <p:spPr>
            <a:xfrm>
              <a:off x="594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2" name="타원 181">
              <a:extLst>
                <a:ext uri="{FF2B5EF4-FFF2-40B4-BE49-F238E27FC236}">
                  <a16:creationId xmlns:a16="http://schemas.microsoft.com/office/drawing/2014/main" id="{BA4779F9-77D9-89E0-7C7D-682296BA5B94}"/>
                </a:ext>
              </a:extLst>
            </p:cNvPr>
            <p:cNvSpPr/>
            <p:nvPr/>
          </p:nvSpPr>
          <p:spPr>
            <a:xfrm>
              <a:off x="594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3" name="타원 182">
              <a:extLst>
                <a:ext uri="{FF2B5EF4-FFF2-40B4-BE49-F238E27FC236}">
                  <a16:creationId xmlns:a16="http://schemas.microsoft.com/office/drawing/2014/main" id="{D626E41A-C035-EEC2-F641-BF789B679178}"/>
                </a:ext>
              </a:extLst>
            </p:cNvPr>
            <p:cNvSpPr/>
            <p:nvPr/>
          </p:nvSpPr>
          <p:spPr>
            <a:xfrm>
              <a:off x="594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2" name="타원 271">
              <a:extLst>
                <a:ext uri="{FF2B5EF4-FFF2-40B4-BE49-F238E27FC236}">
                  <a16:creationId xmlns:a16="http://schemas.microsoft.com/office/drawing/2014/main" id="{DDEF1F0B-F1B6-757C-B545-6C1729DC0B12}"/>
                </a:ext>
              </a:extLst>
            </p:cNvPr>
            <p:cNvSpPr/>
            <p:nvPr/>
          </p:nvSpPr>
          <p:spPr>
            <a:xfrm>
              <a:off x="612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3" name="타원 272">
              <a:extLst>
                <a:ext uri="{FF2B5EF4-FFF2-40B4-BE49-F238E27FC236}">
                  <a16:creationId xmlns:a16="http://schemas.microsoft.com/office/drawing/2014/main" id="{1C7A12C0-59A4-632C-D16A-AFE24643849D}"/>
                </a:ext>
              </a:extLst>
            </p:cNvPr>
            <p:cNvSpPr/>
            <p:nvPr/>
          </p:nvSpPr>
          <p:spPr>
            <a:xfrm>
              <a:off x="612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0" name="타원 269">
              <a:extLst>
                <a:ext uri="{FF2B5EF4-FFF2-40B4-BE49-F238E27FC236}">
                  <a16:creationId xmlns:a16="http://schemas.microsoft.com/office/drawing/2014/main" id="{FC9847CB-9980-512F-FB93-490529DA06EA}"/>
                </a:ext>
              </a:extLst>
            </p:cNvPr>
            <p:cNvSpPr/>
            <p:nvPr/>
          </p:nvSpPr>
          <p:spPr>
            <a:xfrm>
              <a:off x="612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1" name="타원 270">
              <a:extLst>
                <a:ext uri="{FF2B5EF4-FFF2-40B4-BE49-F238E27FC236}">
                  <a16:creationId xmlns:a16="http://schemas.microsoft.com/office/drawing/2014/main" id="{3856FFB1-3168-7699-8A79-C33DB1234D0F}"/>
                </a:ext>
              </a:extLst>
            </p:cNvPr>
            <p:cNvSpPr/>
            <p:nvPr/>
          </p:nvSpPr>
          <p:spPr>
            <a:xfrm>
              <a:off x="612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8" name="타원 267">
              <a:extLst>
                <a:ext uri="{FF2B5EF4-FFF2-40B4-BE49-F238E27FC236}">
                  <a16:creationId xmlns:a16="http://schemas.microsoft.com/office/drawing/2014/main" id="{81063957-84DB-5A43-BB01-8BF45D0F8F85}"/>
                </a:ext>
              </a:extLst>
            </p:cNvPr>
            <p:cNvSpPr/>
            <p:nvPr/>
          </p:nvSpPr>
          <p:spPr>
            <a:xfrm>
              <a:off x="612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9" name="타원 268">
              <a:extLst>
                <a:ext uri="{FF2B5EF4-FFF2-40B4-BE49-F238E27FC236}">
                  <a16:creationId xmlns:a16="http://schemas.microsoft.com/office/drawing/2014/main" id="{845B127C-3CA2-9A61-D381-CBF83F8C08C0}"/>
                </a:ext>
              </a:extLst>
            </p:cNvPr>
            <p:cNvSpPr/>
            <p:nvPr/>
          </p:nvSpPr>
          <p:spPr>
            <a:xfrm>
              <a:off x="612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6" name="타원 265">
              <a:extLst>
                <a:ext uri="{FF2B5EF4-FFF2-40B4-BE49-F238E27FC236}">
                  <a16:creationId xmlns:a16="http://schemas.microsoft.com/office/drawing/2014/main" id="{B51BD94C-DE3F-0A9A-23B7-CF0F918E9295}"/>
                </a:ext>
              </a:extLst>
            </p:cNvPr>
            <p:cNvSpPr/>
            <p:nvPr/>
          </p:nvSpPr>
          <p:spPr>
            <a:xfrm>
              <a:off x="612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7" name="타원 266">
              <a:extLst>
                <a:ext uri="{FF2B5EF4-FFF2-40B4-BE49-F238E27FC236}">
                  <a16:creationId xmlns:a16="http://schemas.microsoft.com/office/drawing/2014/main" id="{2DEFE631-5D61-A886-B7E9-CC73C0D2196E}"/>
                </a:ext>
              </a:extLst>
            </p:cNvPr>
            <p:cNvSpPr/>
            <p:nvPr/>
          </p:nvSpPr>
          <p:spPr>
            <a:xfrm>
              <a:off x="612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2" name="타원 261">
              <a:extLst>
                <a:ext uri="{FF2B5EF4-FFF2-40B4-BE49-F238E27FC236}">
                  <a16:creationId xmlns:a16="http://schemas.microsoft.com/office/drawing/2014/main" id="{6AFB1C6D-9D9B-DB3E-FC3E-BA8BCBF4AC64}"/>
                </a:ext>
              </a:extLst>
            </p:cNvPr>
            <p:cNvSpPr/>
            <p:nvPr/>
          </p:nvSpPr>
          <p:spPr>
            <a:xfrm>
              <a:off x="612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3" name="타원 262">
              <a:extLst>
                <a:ext uri="{FF2B5EF4-FFF2-40B4-BE49-F238E27FC236}">
                  <a16:creationId xmlns:a16="http://schemas.microsoft.com/office/drawing/2014/main" id="{9E3C280E-F216-C4C7-3BAB-AAB410E7455A}"/>
                </a:ext>
              </a:extLst>
            </p:cNvPr>
            <p:cNvSpPr/>
            <p:nvPr/>
          </p:nvSpPr>
          <p:spPr>
            <a:xfrm>
              <a:off x="612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0" name="타원 259">
              <a:extLst>
                <a:ext uri="{FF2B5EF4-FFF2-40B4-BE49-F238E27FC236}">
                  <a16:creationId xmlns:a16="http://schemas.microsoft.com/office/drawing/2014/main" id="{765AF1F4-4193-0AC2-2A68-93781BB5AF7F}"/>
                </a:ext>
              </a:extLst>
            </p:cNvPr>
            <p:cNvSpPr/>
            <p:nvPr/>
          </p:nvSpPr>
          <p:spPr>
            <a:xfrm>
              <a:off x="630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1" name="타원 260">
              <a:extLst>
                <a:ext uri="{FF2B5EF4-FFF2-40B4-BE49-F238E27FC236}">
                  <a16:creationId xmlns:a16="http://schemas.microsoft.com/office/drawing/2014/main" id="{CAA8799A-1B18-DA71-477A-49F7F18F4043}"/>
                </a:ext>
              </a:extLst>
            </p:cNvPr>
            <p:cNvSpPr/>
            <p:nvPr/>
          </p:nvSpPr>
          <p:spPr>
            <a:xfrm>
              <a:off x="630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8" name="타원 257">
              <a:extLst>
                <a:ext uri="{FF2B5EF4-FFF2-40B4-BE49-F238E27FC236}">
                  <a16:creationId xmlns:a16="http://schemas.microsoft.com/office/drawing/2014/main" id="{4150FF6C-7B65-9C3C-3612-EA7A91BA5E98}"/>
                </a:ext>
              </a:extLst>
            </p:cNvPr>
            <p:cNvSpPr/>
            <p:nvPr/>
          </p:nvSpPr>
          <p:spPr>
            <a:xfrm>
              <a:off x="630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9" name="타원 258">
              <a:extLst>
                <a:ext uri="{FF2B5EF4-FFF2-40B4-BE49-F238E27FC236}">
                  <a16:creationId xmlns:a16="http://schemas.microsoft.com/office/drawing/2014/main" id="{B0D3CC6F-35A7-886A-6B1B-587D1A72127A}"/>
                </a:ext>
              </a:extLst>
            </p:cNvPr>
            <p:cNvSpPr/>
            <p:nvPr/>
          </p:nvSpPr>
          <p:spPr>
            <a:xfrm>
              <a:off x="630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6" name="타원 255">
              <a:extLst>
                <a:ext uri="{FF2B5EF4-FFF2-40B4-BE49-F238E27FC236}">
                  <a16:creationId xmlns:a16="http://schemas.microsoft.com/office/drawing/2014/main" id="{B1672AEB-7C78-292D-37C9-E54A9AC27F96}"/>
                </a:ext>
              </a:extLst>
            </p:cNvPr>
            <p:cNvSpPr/>
            <p:nvPr/>
          </p:nvSpPr>
          <p:spPr>
            <a:xfrm>
              <a:off x="630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7" name="타원 256">
              <a:extLst>
                <a:ext uri="{FF2B5EF4-FFF2-40B4-BE49-F238E27FC236}">
                  <a16:creationId xmlns:a16="http://schemas.microsoft.com/office/drawing/2014/main" id="{35083000-6A0C-C6BF-75AD-BB47DE4A3985}"/>
                </a:ext>
              </a:extLst>
            </p:cNvPr>
            <p:cNvSpPr/>
            <p:nvPr/>
          </p:nvSpPr>
          <p:spPr>
            <a:xfrm>
              <a:off x="630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4" name="타원 253">
              <a:extLst>
                <a:ext uri="{FF2B5EF4-FFF2-40B4-BE49-F238E27FC236}">
                  <a16:creationId xmlns:a16="http://schemas.microsoft.com/office/drawing/2014/main" id="{23E8117B-F109-46B8-1E2B-0A563B0327B3}"/>
                </a:ext>
              </a:extLst>
            </p:cNvPr>
            <p:cNvSpPr/>
            <p:nvPr/>
          </p:nvSpPr>
          <p:spPr>
            <a:xfrm>
              <a:off x="630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5" name="타원 254">
              <a:extLst>
                <a:ext uri="{FF2B5EF4-FFF2-40B4-BE49-F238E27FC236}">
                  <a16:creationId xmlns:a16="http://schemas.microsoft.com/office/drawing/2014/main" id="{8367611E-AB81-968D-4F21-C66DD75B90EC}"/>
                </a:ext>
              </a:extLst>
            </p:cNvPr>
            <p:cNvSpPr/>
            <p:nvPr/>
          </p:nvSpPr>
          <p:spPr>
            <a:xfrm>
              <a:off x="630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0" name="타원 249">
              <a:extLst>
                <a:ext uri="{FF2B5EF4-FFF2-40B4-BE49-F238E27FC236}">
                  <a16:creationId xmlns:a16="http://schemas.microsoft.com/office/drawing/2014/main" id="{1259FDEA-FD50-5266-7D93-535C582B97A9}"/>
                </a:ext>
              </a:extLst>
            </p:cNvPr>
            <p:cNvSpPr/>
            <p:nvPr/>
          </p:nvSpPr>
          <p:spPr>
            <a:xfrm>
              <a:off x="630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1" name="타원 250">
              <a:extLst>
                <a:ext uri="{FF2B5EF4-FFF2-40B4-BE49-F238E27FC236}">
                  <a16:creationId xmlns:a16="http://schemas.microsoft.com/office/drawing/2014/main" id="{8D811C12-B8BC-0235-E440-C4DA19862E8D}"/>
                </a:ext>
              </a:extLst>
            </p:cNvPr>
            <p:cNvSpPr/>
            <p:nvPr/>
          </p:nvSpPr>
          <p:spPr>
            <a:xfrm>
              <a:off x="630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4" name="타원 243">
              <a:extLst>
                <a:ext uri="{FF2B5EF4-FFF2-40B4-BE49-F238E27FC236}">
                  <a16:creationId xmlns:a16="http://schemas.microsoft.com/office/drawing/2014/main" id="{12E1BBAF-0893-978F-7A19-D2D4C933C1F8}"/>
                </a:ext>
              </a:extLst>
            </p:cNvPr>
            <p:cNvSpPr/>
            <p:nvPr/>
          </p:nvSpPr>
          <p:spPr>
            <a:xfrm>
              <a:off x="648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5" name="타원 244">
              <a:extLst>
                <a:ext uri="{FF2B5EF4-FFF2-40B4-BE49-F238E27FC236}">
                  <a16:creationId xmlns:a16="http://schemas.microsoft.com/office/drawing/2014/main" id="{D45F47B4-AE18-76E2-4835-F5A887F89501}"/>
                </a:ext>
              </a:extLst>
            </p:cNvPr>
            <p:cNvSpPr/>
            <p:nvPr/>
          </p:nvSpPr>
          <p:spPr>
            <a:xfrm>
              <a:off x="648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2" name="타원 241">
              <a:extLst>
                <a:ext uri="{FF2B5EF4-FFF2-40B4-BE49-F238E27FC236}">
                  <a16:creationId xmlns:a16="http://schemas.microsoft.com/office/drawing/2014/main" id="{1D26F942-5560-AA62-7F4F-23634F3DD80B}"/>
                </a:ext>
              </a:extLst>
            </p:cNvPr>
            <p:cNvSpPr/>
            <p:nvPr/>
          </p:nvSpPr>
          <p:spPr>
            <a:xfrm>
              <a:off x="648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3" name="타원 242">
              <a:extLst>
                <a:ext uri="{FF2B5EF4-FFF2-40B4-BE49-F238E27FC236}">
                  <a16:creationId xmlns:a16="http://schemas.microsoft.com/office/drawing/2014/main" id="{93478295-A79B-01CF-54CF-9B6176C75E46}"/>
                </a:ext>
              </a:extLst>
            </p:cNvPr>
            <p:cNvSpPr/>
            <p:nvPr/>
          </p:nvSpPr>
          <p:spPr>
            <a:xfrm>
              <a:off x="648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618C7BF1-FFE2-20FE-84A6-3B6B95030BCC}"/>
                </a:ext>
              </a:extLst>
            </p:cNvPr>
            <p:cNvSpPr/>
            <p:nvPr/>
          </p:nvSpPr>
          <p:spPr>
            <a:xfrm>
              <a:off x="648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1" name="타원 240">
              <a:extLst>
                <a:ext uri="{FF2B5EF4-FFF2-40B4-BE49-F238E27FC236}">
                  <a16:creationId xmlns:a16="http://schemas.microsoft.com/office/drawing/2014/main" id="{2626C40A-2EB4-F299-037E-AD21D08A7531}"/>
                </a:ext>
              </a:extLst>
            </p:cNvPr>
            <p:cNvSpPr/>
            <p:nvPr/>
          </p:nvSpPr>
          <p:spPr>
            <a:xfrm>
              <a:off x="648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80F0A52A-E4CA-7AA1-58FC-90FFE9F15DA4}"/>
                </a:ext>
              </a:extLst>
            </p:cNvPr>
            <p:cNvSpPr/>
            <p:nvPr/>
          </p:nvSpPr>
          <p:spPr>
            <a:xfrm>
              <a:off x="648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9" name="타원 238">
              <a:extLst>
                <a:ext uri="{FF2B5EF4-FFF2-40B4-BE49-F238E27FC236}">
                  <a16:creationId xmlns:a16="http://schemas.microsoft.com/office/drawing/2014/main" id="{A84D82AF-C014-364B-8E9A-260FF096F9A7}"/>
                </a:ext>
              </a:extLst>
            </p:cNvPr>
            <p:cNvSpPr/>
            <p:nvPr/>
          </p:nvSpPr>
          <p:spPr>
            <a:xfrm>
              <a:off x="648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4" name="타원 233">
              <a:extLst>
                <a:ext uri="{FF2B5EF4-FFF2-40B4-BE49-F238E27FC236}">
                  <a16:creationId xmlns:a16="http://schemas.microsoft.com/office/drawing/2014/main" id="{493372C6-BE58-0F09-ADA0-1529B002D52C}"/>
                </a:ext>
              </a:extLst>
            </p:cNvPr>
            <p:cNvSpPr/>
            <p:nvPr/>
          </p:nvSpPr>
          <p:spPr>
            <a:xfrm>
              <a:off x="648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5" name="타원 234">
              <a:extLst>
                <a:ext uri="{FF2B5EF4-FFF2-40B4-BE49-F238E27FC236}">
                  <a16:creationId xmlns:a16="http://schemas.microsoft.com/office/drawing/2014/main" id="{39DC5351-1FAC-D6F5-B6B7-86C2946A6846}"/>
                </a:ext>
              </a:extLst>
            </p:cNvPr>
            <p:cNvSpPr/>
            <p:nvPr/>
          </p:nvSpPr>
          <p:spPr>
            <a:xfrm>
              <a:off x="648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2" name="타원 231">
              <a:extLst>
                <a:ext uri="{FF2B5EF4-FFF2-40B4-BE49-F238E27FC236}">
                  <a16:creationId xmlns:a16="http://schemas.microsoft.com/office/drawing/2014/main" id="{23C296AF-C80B-2EC5-60CB-361C2EC8DE56}"/>
                </a:ext>
              </a:extLst>
            </p:cNvPr>
            <p:cNvSpPr/>
            <p:nvPr/>
          </p:nvSpPr>
          <p:spPr>
            <a:xfrm>
              <a:off x="666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3" name="타원 232">
              <a:extLst>
                <a:ext uri="{FF2B5EF4-FFF2-40B4-BE49-F238E27FC236}">
                  <a16:creationId xmlns:a16="http://schemas.microsoft.com/office/drawing/2014/main" id="{462625DB-A1FC-27A3-D034-AD8F2144AF5D}"/>
                </a:ext>
              </a:extLst>
            </p:cNvPr>
            <p:cNvSpPr/>
            <p:nvPr/>
          </p:nvSpPr>
          <p:spPr>
            <a:xfrm>
              <a:off x="666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0" name="타원 229">
              <a:extLst>
                <a:ext uri="{FF2B5EF4-FFF2-40B4-BE49-F238E27FC236}">
                  <a16:creationId xmlns:a16="http://schemas.microsoft.com/office/drawing/2014/main" id="{BB7AFD3B-CDCD-70C3-E8CC-BB4C58A60998}"/>
                </a:ext>
              </a:extLst>
            </p:cNvPr>
            <p:cNvSpPr/>
            <p:nvPr/>
          </p:nvSpPr>
          <p:spPr>
            <a:xfrm>
              <a:off x="666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1" name="타원 230">
              <a:extLst>
                <a:ext uri="{FF2B5EF4-FFF2-40B4-BE49-F238E27FC236}">
                  <a16:creationId xmlns:a16="http://schemas.microsoft.com/office/drawing/2014/main" id="{038965E5-DE7C-2159-A8E6-D18383564397}"/>
                </a:ext>
              </a:extLst>
            </p:cNvPr>
            <p:cNvSpPr/>
            <p:nvPr/>
          </p:nvSpPr>
          <p:spPr>
            <a:xfrm>
              <a:off x="666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8" name="타원 227">
              <a:extLst>
                <a:ext uri="{FF2B5EF4-FFF2-40B4-BE49-F238E27FC236}">
                  <a16:creationId xmlns:a16="http://schemas.microsoft.com/office/drawing/2014/main" id="{A75E3968-688A-3F4B-2683-EE511D59B0C4}"/>
                </a:ext>
              </a:extLst>
            </p:cNvPr>
            <p:cNvSpPr/>
            <p:nvPr/>
          </p:nvSpPr>
          <p:spPr>
            <a:xfrm>
              <a:off x="666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9" name="타원 228">
              <a:extLst>
                <a:ext uri="{FF2B5EF4-FFF2-40B4-BE49-F238E27FC236}">
                  <a16:creationId xmlns:a16="http://schemas.microsoft.com/office/drawing/2014/main" id="{4C71336D-FFC1-4343-DC43-52A69CD6D284}"/>
                </a:ext>
              </a:extLst>
            </p:cNvPr>
            <p:cNvSpPr/>
            <p:nvPr/>
          </p:nvSpPr>
          <p:spPr>
            <a:xfrm>
              <a:off x="666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6" name="타원 225">
              <a:extLst>
                <a:ext uri="{FF2B5EF4-FFF2-40B4-BE49-F238E27FC236}">
                  <a16:creationId xmlns:a16="http://schemas.microsoft.com/office/drawing/2014/main" id="{5DBD4426-C2CD-AB67-D099-03CEB05D2BED}"/>
                </a:ext>
              </a:extLst>
            </p:cNvPr>
            <p:cNvSpPr/>
            <p:nvPr/>
          </p:nvSpPr>
          <p:spPr>
            <a:xfrm>
              <a:off x="666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7" name="타원 226">
              <a:extLst>
                <a:ext uri="{FF2B5EF4-FFF2-40B4-BE49-F238E27FC236}">
                  <a16:creationId xmlns:a16="http://schemas.microsoft.com/office/drawing/2014/main" id="{3BD32388-F3EB-12C1-AB32-EC417448E99F}"/>
                </a:ext>
              </a:extLst>
            </p:cNvPr>
            <p:cNvSpPr/>
            <p:nvPr/>
          </p:nvSpPr>
          <p:spPr>
            <a:xfrm>
              <a:off x="666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2" name="타원 221">
              <a:extLst>
                <a:ext uri="{FF2B5EF4-FFF2-40B4-BE49-F238E27FC236}">
                  <a16:creationId xmlns:a16="http://schemas.microsoft.com/office/drawing/2014/main" id="{30CFFAD9-015F-4B06-DB6E-EFAAEC1F362D}"/>
                </a:ext>
              </a:extLst>
            </p:cNvPr>
            <p:cNvSpPr/>
            <p:nvPr/>
          </p:nvSpPr>
          <p:spPr>
            <a:xfrm>
              <a:off x="666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3" name="타원 222">
              <a:extLst>
                <a:ext uri="{FF2B5EF4-FFF2-40B4-BE49-F238E27FC236}">
                  <a16:creationId xmlns:a16="http://schemas.microsoft.com/office/drawing/2014/main" id="{CB8FB7EF-39E8-3EBE-5C77-5442247F929E}"/>
                </a:ext>
              </a:extLst>
            </p:cNvPr>
            <p:cNvSpPr/>
            <p:nvPr/>
          </p:nvSpPr>
          <p:spPr>
            <a:xfrm>
              <a:off x="666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9" name="타원 408">
              <a:extLst>
                <a:ext uri="{FF2B5EF4-FFF2-40B4-BE49-F238E27FC236}">
                  <a16:creationId xmlns:a16="http://schemas.microsoft.com/office/drawing/2014/main" id="{0D7ABFD1-0AED-9F6F-7DF5-261953CA1C33}"/>
                </a:ext>
              </a:extLst>
            </p:cNvPr>
            <p:cNvSpPr/>
            <p:nvPr/>
          </p:nvSpPr>
          <p:spPr>
            <a:xfrm>
              <a:off x="684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10" name="타원 409">
              <a:extLst>
                <a:ext uri="{FF2B5EF4-FFF2-40B4-BE49-F238E27FC236}">
                  <a16:creationId xmlns:a16="http://schemas.microsoft.com/office/drawing/2014/main" id="{6EA58DF1-57E1-F98E-51AB-ECF6EAB3023E}"/>
                </a:ext>
              </a:extLst>
            </p:cNvPr>
            <p:cNvSpPr/>
            <p:nvPr/>
          </p:nvSpPr>
          <p:spPr>
            <a:xfrm>
              <a:off x="684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7" name="타원 406">
              <a:extLst>
                <a:ext uri="{FF2B5EF4-FFF2-40B4-BE49-F238E27FC236}">
                  <a16:creationId xmlns:a16="http://schemas.microsoft.com/office/drawing/2014/main" id="{3BF4D0E6-7598-8335-262D-B80362AB8BC8}"/>
                </a:ext>
              </a:extLst>
            </p:cNvPr>
            <p:cNvSpPr/>
            <p:nvPr/>
          </p:nvSpPr>
          <p:spPr>
            <a:xfrm>
              <a:off x="684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8" name="타원 407">
              <a:extLst>
                <a:ext uri="{FF2B5EF4-FFF2-40B4-BE49-F238E27FC236}">
                  <a16:creationId xmlns:a16="http://schemas.microsoft.com/office/drawing/2014/main" id="{D8D75FCB-AC6E-04CD-4A13-97DCDD8263EB}"/>
                </a:ext>
              </a:extLst>
            </p:cNvPr>
            <p:cNvSpPr/>
            <p:nvPr/>
          </p:nvSpPr>
          <p:spPr>
            <a:xfrm>
              <a:off x="684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5" name="타원 404">
              <a:extLst>
                <a:ext uri="{FF2B5EF4-FFF2-40B4-BE49-F238E27FC236}">
                  <a16:creationId xmlns:a16="http://schemas.microsoft.com/office/drawing/2014/main" id="{FD397E37-6199-8179-6AEE-B940621C5DF6}"/>
                </a:ext>
              </a:extLst>
            </p:cNvPr>
            <p:cNvSpPr/>
            <p:nvPr/>
          </p:nvSpPr>
          <p:spPr>
            <a:xfrm>
              <a:off x="684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6" name="타원 405">
              <a:extLst>
                <a:ext uri="{FF2B5EF4-FFF2-40B4-BE49-F238E27FC236}">
                  <a16:creationId xmlns:a16="http://schemas.microsoft.com/office/drawing/2014/main" id="{2FE1A0A3-4CA3-CA48-A79A-ED104924D395}"/>
                </a:ext>
              </a:extLst>
            </p:cNvPr>
            <p:cNvSpPr/>
            <p:nvPr/>
          </p:nvSpPr>
          <p:spPr>
            <a:xfrm>
              <a:off x="684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3" name="타원 402">
              <a:extLst>
                <a:ext uri="{FF2B5EF4-FFF2-40B4-BE49-F238E27FC236}">
                  <a16:creationId xmlns:a16="http://schemas.microsoft.com/office/drawing/2014/main" id="{F623FB0C-A0A6-9B87-C6E2-FFA6E9045E46}"/>
                </a:ext>
              </a:extLst>
            </p:cNvPr>
            <p:cNvSpPr/>
            <p:nvPr/>
          </p:nvSpPr>
          <p:spPr>
            <a:xfrm>
              <a:off x="684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4" name="타원 403">
              <a:extLst>
                <a:ext uri="{FF2B5EF4-FFF2-40B4-BE49-F238E27FC236}">
                  <a16:creationId xmlns:a16="http://schemas.microsoft.com/office/drawing/2014/main" id="{52F9FE9C-9997-A44E-0705-977C74A4C975}"/>
                </a:ext>
              </a:extLst>
            </p:cNvPr>
            <p:cNvSpPr/>
            <p:nvPr/>
          </p:nvSpPr>
          <p:spPr>
            <a:xfrm>
              <a:off x="684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9" name="타원 398">
              <a:extLst>
                <a:ext uri="{FF2B5EF4-FFF2-40B4-BE49-F238E27FC236}">
                  <a16:creationId xmlns:a16="http://schemas.microsoft.com/office/drawing/2014/main" id="{B789E21A-9429-40AE-BF30-16C36E813E9E}"/>
                </a:ext>
              </a:extLst>
            </p:cNvPr>
            <p:cNvSpPr/>
            <p:nvPr/>
          </p:nvSpPr>
          <p:spPr>
            <a:xfrm>
              <a:off x="684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0" name="타원 399">
              <a:extLst>
                <a:ext uri="{FF2B5EF4-FFF2-40B4-BE49-F238E27FC236}">
                  <a16:creationId xmlns:a16="http://schemas.microsoft.com/office/drawing/2014/main" id="{9EA65B56-632E-2D16-93A0-7573394C1FF8}"/>
                </a:ext>
              </a:extLst>
            </p:cNvPr>
            <p:cNvSpPr/>
            <p:nvPr/>
          </p:nvSpPr>
          <p:spPr>
            <a:xfrm>
              <a:off x="684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7" name="타원 396">
              <a:extLst>
                <a:ext uri="{FF2B5EF4-FFF2-40B4-BE49-F238E27FC236}">
                  <a16:creationId xmlns:a16="http://schemas.microsoft.com/office/drawing/2014/main" id="{720B0034-5A09-67AC-F412-3A4523DED58B}"/>
                </a:ext>
              </a:extLst>
            </p:cNvPr>
            <p:cNvSpPr/>
            <p:nvPr/>
          </p:nvSpPr>
          <p:spPr>
            <a:xfrm>
              <a:off x="702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8" name="타원 397">
              <a:extLst>
                <a:ext uri="{FF2B5EF4-FFF2-40B4-BE49-F238E27FC236}">
                  <a16:creationId xmlns:a16="http://schemas.microsoft.com/office/drawing/2014/main" id="{7A7BF07B-B9AB-ED41-F8DB-FC0DF2EFF013}"/>
                </a:ext>
              </a:extLst>
            </p:cNvPr>
            <p:cNvSpPr/>
            <p:nvPr/>
          </p:nvSpPr>
          <p:spPr>
            <a:xfrm>
              <a:off x="702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5" name="타원 394">
              <a:extLst>
                <a:ext uri="{FF2B5EF4-FFF2-40B4-BE49-F238E27FC236}">
                  <a16:creationId xmlns:a16="http://schemas.microsoft.com/office/drawing/2014/main" id="{9742F115-3432-1668-ADEC-AE12D8B58A02}"/>
                </a:ext>
              </a:extLst>
            </p:cNvPr>
            <p:cNvSpPr/>
            <p:nvPr/>
          </p:nvSpPr>
          <p:spPr>
            <a:xfrm>
              <a:off x="702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6" name="타원 395">
              <a:extLst>
                <a:ext uri="{FF2B5EF4-FFF2-40B4-BE49-F238E27FC236}">
                  <a16:creationId xmlns:a16="http://schemas.microsoft.com/office/drawing/2014/main" id="{B847E9A2-B463-3CCF-B657-CEE3D1FB683A}"/>
                </a:ext>
              </a:extLst>
            </p:cNvPr>
            <p:cNvSpPr/>
            <p:nvPr/>
          </p:nvSpPr>
          <p:spPr>
            <a:xfrm>
              <a:off x="702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3" name="타원 392">
              <a:extLst>
                <a:ext uri="{FF2B5EF4-FFF2-40B4-BE49-F238E27FC236}">
                  <a16:creationId xmlns:a16="http://schemas.microsoft.com/office/drawing/2014/main" id="{86422D9B-E5D6-793E-5BC8-0C6A6CD3A9DB}"/>
                </a:ext>
              </a:extLst>
            </p:cNvPr>
            <p:cNvSpPr/>
            <p:nvPr/>
          </p:nvSpPr>
          <p:spPr>
            <a:xfrm>
              <a:off x="702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4" name="타원 393">
              <a:extLst>
                <a:ext uri="{FF2B5EF4-FFF2-40B4-BE49-F238E27FC236}">
                  <a16:creationId xmlns:a16="http://schemas.microsoft.com/office/drawing/2014/main" id="{79937765-814D-9167-9942-3D4C1E227715}"/>
                </a:ext>
              </a:extLst>
            </p:cNvPr>
            <p:cNvSpPr/>
            <p:nvPr/>
          </p:nvSpPr>
          <p:spPr>
            <a:xfrm>
              <a:off x="702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1" name="타원 390">
              <a:extLst>
                <a:ext uri="{FF2B5EF4-FFF2-40B4-BE49-F238E27FC236}">
                  <a16:creationId xmlns:a16="http://schemas.microsoft.com/office/drawing/2014/main" id="{A65E6DEB-DDF5-6221-2432-037D6CC5BB37}"/>
                </a:ext>
              </a:extLst>
            </p:cNvPr>
            <p:cNvSpPr/>
            <p:nvPr/>
          </p:nvSpPr>
          <p:spPr>
            <a:xfrm>
              <a:off x="702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2" name="타원 391">
              <a:extLst>
                <a:ext uri="{FF2B5EF4-FFF2-40B4-BE49-F238E27FC236}">
                  <a16:creationId xmlns:a16="http://schemas.microsoft.com/office/drawing/2014/main" id="{1BEAB318-B327-D9F6-51E5-1A6E71BA47D8}"/>
                </a:ext>
              </a:extLst>
            </p:cNvPr>
            <p:cNvSpPr/>
            <p:nvPr/>
          </p:nvSpPr>
          <p:spPr>
            <a:xfrm>
              <a:off x="702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7" name="타원 386">
              <a:extLst>
                <a:ext uri="{FF2B5EF4-FFF2-40B4-BE49-F238E27FC236}">
                  <a16:creationId xmlns:a16="http://schemas.microsoft.com/office/drawing/2014/main" id="{4ED9EBF0-E513-C34A-F388-BF702C66C158}"/>
                </a:ext>
              </a:extLst>
            </p:cNvPr>
            <p:cNvSpPr/>
            <p:nvPr/>
          </p:nvSpPr>
          <p:spPr>
            <a:xfrm>
              <a:off x="702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8" name="타원 387">
              <a:extLst>
                <a:ext uri="{FF2B5EF4-FFF2-40B4-BE49-F238E27FC236}">
                  <a16:creationId xmlns:a16="http://schemas.microsoft.com/office/drawing/2014/main" id="{216977BE-583C-BAA9-F2C5-4DEBF8C7D9D6}"/>
                </a:ext>
              </a:extLst>
            </p:cNvPr>
            <p:cNvSpPr/>
            <p:nvPr/>
          </p:nvSpPr>
          <p:spPr>
            <a:xfrm>
              <a:off x="702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1" name="타원 380">
              <a:extLst>
                <a:ext uri="{FF2B5EF4-FFF2-40B4-BE49-F238E27FC236}">
                  <a16:creationId xmlns:a16="http://schemas.microsoft.com/office/drawing/2014/main" id="{26DA4826-7DD5-E40B-0990-C044AC797CA2}"/>
                </a:ext>
              </a:extLst>
            </p:cNvPr>
            <p:cNvSpPr/>
            <p:nvPr/>
          </p:nvSpPr>
          <p:spPr>
            <a:xfrm>
              <a:off x="720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2" name="타원 381">
              <a:extLst>
                <a:ext uri="{FF2B5EF4-FFF2-40B4-BE49-F238E27FC236}">
                  <a16:creationId xmlns:a16="http://schemas.microsoft.com/office/drawing/2014/main" id="{A7C9E852-6A9F-24E3-B8FA-725A5489F75D}"/>
                </a:ext>
              </a:extLst>
            </p:cNvPr>
            <p:cNvSpPr/>
            <p:nvPr/>
          </p:nvSpPr>
          <p:spPr>
            <a:xfrm>
              <a:off x="720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9" name="타원 378">
              <a:extLst>
                <a:ext uri="{FF2B5EF4-FFF2-40B4-BE49-F238E27FC236}">
                  <a16:creationId xmlns:a16="http://schemas.microsoft.com/office/drawing/2014/main" id="{716BA237-0DBF-D6EA-9123-43D8B4700D4A}"/>
                </a:ext>
              </a:extLst>
            </p:cNvPr>
            <p:cNvSpPr/>
            <p:nvPr/>
          </p:nvSpPr>
          <p:spPr>
            <a:xfrm>
              <a:off x="720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0" name="타원 379">
              <a:extLst>
                <a:ext uri="{FF2B5EF4-FFF2-40B4-BE49-F238E27FC236}">
                  <a16:creationId xmlns:a16="http://schemas.microsoft.com/office/drawing/2014/main" id="{C26EBD0A-F8EB-F33E-7E51-668F60825C36}"/>
                </a:ext>
              </a:extLst>
            </p:cNvPr>
            <p:cNvSpPr/>
            <p:nvPr/>
          </p:nvSpPr>
          <p:spPr>
            <a:xfrm>
              <a:off x="720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7" name="타원 376">
              <a:extLst>
                <a:ext uri="{FF2B5EF4-FFF2-40B4-BE49-F238E27FC236}">
                  <a16:creationId xmlns:a16="http://schemas.microsoft.com/office/drawing/2014/main" id="{2A43F1B8-9CC3-6E14-5F09-EECAC9B7C401}"/>
                </a:ext>
              </a:extLst>
            </p:cNvPr>
            <p:cNvSpPr/>
            <p:nvPr/>
          </p:nvSpPr>
          <p:spPr>
            <a:xfrm>
              <a:off x="720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8" name="타원 377">
              <a:extLst>
                <a:ext uri="{FF2B5EF4-FFF2-40B4-BE49-F238E27FC236}">
                  <a16:creationId xmlns:a16="http://schemas.microsoft.com/office/drawing/2014/main" id="{4BA2212D-B85D-B2F1-8293-B81618DCD1EA}"/>
                </a:ext>
              </a:extLst>
            </p:cNvPr>
            <p:cNvSpPr/>
            <p:nvPr/>
          </p:nvSpPr>
          <p:spPr>
            <a:xfrm>
              <a:off x="720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5" name="타원 374">
              <a:extLst>
                <a:ext uri="{FF2B5EF4-FFF2-40B4-BE49-F238E27FC236}">
                  <a16:creationId xmlns:a16="http://schemas.microsoft.com/office/drawing/2014/main" id="{969C35F8-750D-81CA-F598-968C429BE347}"/>
                </a:ext>
              </a:extLst>
            </p:cNvPr>
            <p:cNvSpPr/>
            <p:nvPr/>
          </p:nvSpPr>
          <p:spPr>
            <a:xfrm>
              <a:off x="720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6" name="타원 375">
              <a:extLst>
                <a:ext uri="{FF2B5EF4-FFF2-40B4-BE49-F238E27FC236}">
                  <a16:creationId xmlns:a16="http://schemas.microsoft.com/office/drawing/2014/main" id="{21CE4D71-00CC-69FA-0028-092D72672A51}"/>
                </a:ext>
              </a:extLst>
            </p:cNvPr>
            <p:cNvSpPr/>
            <p:nvPr/>
          </p:nvSpPr>
          <p:spPr>
            <a:xfrm>
              <a:off x="720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1" name="타원 370">
              <a:extLst>
                <a:ext uri="{FF2B5EF4-FFF2-40B4-BE49-F238E27FC236}">
                  <a16:creationId xmlns:a16="http://schemas.microsoft.com/office/drawing/2014/main" id="{4C3B4101-E783-186F-4BF0-AA478D464C50}"/>
                </a:ext>
              </a:extLst>
            </p:cNvPr>
            <p:cNvSpPr/>
            <p:nvPr/>
          </p:nvSpPr>
          <p:spPr>
            <a:xfrm>
              <a:off x="720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2" name="타원 371">
              <a:extLst>
                <a:ext uri="{FF2B5EF4-FFF2-40B4-BE49-F238E27FC236}">
                  <a16:creationId xmlns:a16="http://schemas.microsoft.com/office/drawing/2014/main" id="{B432F81E-926D-4689-A7C7-912B1CC5778C}"/>
                </a:ext>
              </a:extLst>
            </p:cNvPr>
            <p:cNvSpPr/>
            <p:nvPr/>
          </p:nvSpPr>
          <p:spPr>
            <a:xfrm>
              <a:off x="720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9" name="타원 368">
              <a:extLst>
                <a:ext uri="{FF2B5EF4-FFF2-40B4-BE49-F238E27FC236}">
                  <a16:creationId xmlns:a16="http://schemas.microsoft.com/office/drawing/2014/main" id="{65E45DCC-553C-5D82-DC96-4CF679FADC95}"/>
                </a:ext>
              </a:extLst>
            </p:cNvPr>
            <p:cNvSpPr/>
            <p:nvPr/>
          </p:nvSpPr>
          <p:spPr>
            <a:xfrm>
              <a:off x="738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0" name="타원 369">
              <a:extLst>
                <a:ext uri="{FF2B5EF4-FFF2-40B4-BE49-F238E27FC236}">
                  <a16:creationId xmlns:a16="http://schemas.microsoft.com/office/drawing/2014/main" id="{85414BAE-7F65-6507-919C-2F23A9900AE6}"/>
                </a:ext>
              </a:extLst>
            </p:cNvPr>
            <p:cNvSpPr/>
            <p:nvPr/>
          </p:nvSpPr>
          <p:spPr>
            <a:xfrm>
              <a:off x="738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7" name="타원 366">
              <a:extLst>
                <a:ext uri="{FF2B5EF4-FFF2-40B4-BE49-F238E27FC236}">
                  <a16:creationId xmlns:a16="http://schemas.microsoft.com/office/drawing/2014/main" id="{3CAD95DA-75B2-0B90-5C58-BBD28FC5B6A4}"/>
                </a:ext>
              </a:extLst>
            </p:cNvPr>
            <p:cNvSpPr/>
            <p:nvPr/>
          </p:nvSpPr>
          <p:spPr>
            <a:xfrm>
              <a:off x="738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8" name="타원 367">
              <a:extLst>
                <a:ext uri="{FF2B5EF4-FFF2-40B4-BE49-F238E27FC236}">
                  <a16:creationId xmlns:a16="http://schemas.microsoft.com/office/drawing/2014/main" id="{93C2E56E-F7E1-8115-2A79-F0C40DB83064}"/>
                </a:ext>
              </a:extLst>
            </p:cNvPr>
            <p:cNvSpPr/>
            <p:nvPr/>
          </p:nvSpPr>
          <p:spPr>
            <a:xfrm>
              <a:off x="738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5" name="타원 364">
              <a:extLst>
                <a:ext uri="{FF2B5EF4-FFF2-40B4-BE49-F238E27FC236}">
                  <a16:creationId xmlns:a16="http://schemas.microsoft.com/office/drawing/2014/main" id="{11CD804B-6209-365F-FE61-779075FE7DD6}"/>
                </a:ext>
              </a:extLst>
            </p:cNvPr>
            <p:cNvSpPr/>
            <p:nvPr/>
          </p:nvSpPr>
          <p:spPr>
            <a:xfrm>
              <a:off x="738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6" name="타원 365">
              <a:extLst>
                <a:ext uri="{FF2B5EF4-FFF2-40B4-BE49-F238E27FC236}">
                  <a16:creationId xmlns:a16="http://schemas.microsoft.com/office/drawing/2014/main" id="{F036C046-0434-F2C1-2FA2-455917F27A42}"/>
                </a:ext>
              </a:extLst>
            </p:cNvPr>
            <p:cNvSpPr/>
            <p:nvPr/>
          </p:nvSpPr>
          <p:spPr>
            <a:xfrm>
              <a:off x="738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3" name="타원 362">
              <a:extLst>
                <a:ext uri="{FF2B5EF4-FFF2-40B4-BE49-F238E27FC236}">
                  <a16:creationId xmlns:a16="http://schemas.microsoft.com/office/drawing/2014/main" id="{E8944AEB-F086-5DF1-42E2-CC4A861F7171}"/>
                </a:ext>
              </a:extLst>
            </p:cNvPr>
            <p:cNvSpPr/>
            <p:nvPr/>
          </p:nvSpPr>
          <p:spPr>
            <a:xfrm>
              <a:off x="738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4" name="타원 363">
              <a:extLst>
                <a:ext uri="{FF2B5EF4-FFF2-40B4-BE49-F238E27FC236}">
                  <a16:creationId xmlns:a16="http://schemas.microsoft.com/office/drawing/2014/main" id="{CA4AFB83-8225-8318-CC0F-4E5CD418C8FC}"/>
                </a:ext>
              </a:extLst>
            </p:cNvPr>
            <p:cNvSpPr/>
            <p:nvPr/>
          </p:nvSpPr>
          <p:spPr>
            <a:xfrm>
              <a:off x="738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59" name="타원 358">
              <a:extLst>
                <a:ext uri="{FF2B5EF4-FFF2-40B4-BE49-F238E27FC236}">
                  <a16:creationId xmlns:a16="http://schemas.microsoft.com/office/drawing/2014/main" id="{4EB6EAFE-B5CF-837D-9384-450CD5B07AAC}"/>
                </a:ext>
              </a:extLst>
            </p:cNvPr>
            <p:cNvSpPr/>
            <p:nvPr/>
          </p:nvSpPr>
          <p:spPr>
            <a:xfrm>
              <a:off x="738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0" name="타원 359">
              <a:extLst>
                <a:ext uri="{FF2B5EF4-FFF2-40B4-BE49-F238E27FC236}">
                  <a16:creationId xmlns:a16="http://schemas.microsoft.com/office/drawing/2014/main" id="{AEB0666D-389D-A03F-0DDC-479E0E2D0BA7}"/>
                </a:ext>
              </a:extLst>
            </p:cNvPr>
            <p:cNvSpPr/>
            <p:nvPr/>
          </p:nvSpPr>
          <p:spPr>
            <a:xfrm>
              <a:off x="738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4" name="타원 463">
              <a:extLst>
                <a:ext uri="{FF2B5EF4-FFF2-40B4-BE49-F238E27FC236}">
                  <a16:creationId xmlns:a16="http://schemas.microsoft.com/office/drawing/2014/main" id="{BA4ED04B-E26D-6873-C278-9E91F3CF1542}"/>
                </a:ext>
              </a:extLst>
            </p:cNvPr>
            <p:cNvSpPr/>
            <p:nvPr/>
          </p:nvSpPr>
          <p:spPr>
            <a:xfrm>
              <a:off x="396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5" name="타원 464">
              <a:extLst>
                <a:ext uri="{FF2B5EF4-FFF2-40B4-BE49-F238E27FC236}">
                  <a16:creationId xmlns:a16="http://schemas.microsoft.com/office/drawing/2014/main" id="{E474A8E5-D2E1-C564-D2CF-A9D646B105D7}"/>
                </a:ext>
              </a:extLst>
            </p:cNvPr>
            <p:cNvSpPr/>
            <p:nvPr/>
          </p:nvSpPr>
          <p:spPr>
            <a:xfrm>
              <a:off x="396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6" name="타원 465">
              <a:extLst>
                <a:ext uri="{FF2B5EF4-FFF2-40B4-BE49-F238E27FC236}">
                  <a16:creationId xmlns:a16="http://schemas.microsoft.com/office/drawing/2014/main" id="{752968A1-8A8B-4E21-B1B1-6F39ACC8E47E}"/>
                </a:ext>
              </a:extLst>
            </p:cNvPr>
            <p:cNvSpPr/>
            <p:nvPr/>
          </p:nvSpPr>
          <p:spPr>
            <a:xfrm>
              <a:off x="396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7" name="타원 466">
              <a:extLst>
                <a:ext uri="{FF2B5EF4-FFF2-40B4-BE49-F238E27FC236}">
                  <a16:creationId xmlns:a16="http://schemas.microsoft.com/office/drawing/2014/main" id="{4D0BEE79-FB54-837D-C927-FF9DA5D9BA44}"/>
                </a:ext>
              </a:extLst>
            </p:cNvPr>
            <p:cNvSpPr/>
            <p:nvPr/>
          </p:nvSpPr>
          <p:spPr>
            <a:xfrm>
              <a:off x="396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8" name="타원 467">
              <a:extLst>
                <a:ext uri="{FF2B5EF4-FFF2-40B4-BE49-F238E27FC236}">
                  <a16:creationId xmlns:a16="http://schemas.microsoft.com/office/drawing/2014/main" id="{B9FE5AE2-F247-AA42-4D46-D9CE125CF07A}"/>
                </a:ext>
              </a:extLst>
            </p:cNvPr>
            <p:cNvSpPr/>
            <p:nvPr/>
          </p:nvSpPr>
          <p:spPr>
            <a:xfrm>
              <a:off x="414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9" name="타원 468">
              <a:extLst>
                <a:ext uri="{FF2B5EF4-FFF2-40B4-BE49-F238E27FC236}">
                  <a16:creationId xmlns:a16="http://schemas.microsoft.com/office/drawing/2014/main" id="{10772830-660E-0419-5972-207F1F488E6E}"/>
                </a:ext>
              </a:extLst>
            </p:cNvPr>
            <p:cNvSpPr/>
            <p:nvPr/>
          </p:nvSpPr>
          <p:spPr>
            <a:xfrm>
              <a:off x="414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0" name="타원 469">
              <a:extLst>
                <a:ext uri="{FF2B5EF4-FFF2-40B4-BE49-F238E27FC236}">
                  <a16:creationId xmlns:a16="http://schemas.microsoft.com/office/drawing/2014/main" id="{00AA9F0B-1D83-10DF-802C-2A6E768ED8B6}"/>
                </a:ext>
              </a:extLst>
            </p:cNvPr>
            <p:cNvSpPr/>
            <p:nvPr/>
          </p:nvSpPr>
          <p:spPr>
            <a:xfrm>
              <a:off x="414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1" name="타원 470">
              <a:extLst>
                <a:ext uri="{FF2B5EF4-FFF2-40B4-BE49-F238E27FC236}">
                  <a16:creationId xmlns:a16="http://schemas.microsoft.com/office/drawing/2014/main" id="{4E81F79B-D8F1-D13C-8719-50EA8602433E}"/>
                </a:ext>
              </a:extLst>
            </p:cNvPr>
            <p:cNvSpPr/>
            <p:nvPr/>
          </p:nvSpPr>
          <p:spPr>
            <a:xfrm>
              <a:off x="414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2" name="타원 471">
              <a:extLst>
                <a:ext uri="{FF2B5EF4-FFF2-40B4-BE49-F238E27FC236}">
                  <a16:creationId xmlns:a16="http://schemas.microsoft.com/office/drawing/2014/main" id="{70C78AC6-229E-5A61-DFDC-7663F8936C71}"/>
                </a:ext>
              </a:extLst>
            </p:cNvPr>
            <p:cNvSpPr/>
            <p:nvPr/>
          </p:nvSpPr>
          <p:spPr>
            <a:xfrm>
              <a:off x="432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3" name="타원 472">
              <a:extLst>
                <a:ext uri="{FF2B5EF4-FFF2-40B4-BE49-F238E27FC236}">
                  <a16:creationId xmlns:a16="http://schemas.microsoft.com/office/drawing/2014/main" id="{6A64D62B-B772-CFD3-F328-C7FDC8067D08}"/>
                </a:ext>
              </a:extLst>
            </p:cNvPr>
            <p:cNvSpPr/>
            <p:nvPr/>
          </p:nvSpPr>
          <p:spPr>
            <a:xfrm>
              <a:off x="432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4" name="타원 473">
              <a:extLst>
                <a:ext uri="{FF2B5EF4-FFF2-40B4-BE49-F238E27FC236}">
                  <a16:creationId xmlns:a16="http://schemas.microsoft.com/office/drawing/2014/main" id="{6A7CFA8B-0EA6-796B-3A7C-1BE1F88538BE}"/>
                </a:ext>
              </a:extLst>
            </p:cNvPr>
            <p:cNvSpPr/>
            <p:nvPr/>
          </p:nvSpPr>
          <p:spPr>
            <a:xfrm>
              <a:off x="432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5" name="타원 474">
              <a:extLst>
                <a:ext uri="{FF2B5EF4-FFF2-40B4-BE49-F238E27FC236}">
                  <a16:creationId xmlns:a16="http://schemas.microsoft.com/office/drawing/2014/main" id="{66F8695B-595D-8934-BE77-2F44A6AF8065}"/>
                </a:ext>
              </a:extLst>
            </p:cNvPr>
            <p:cNvSpPr/>
            <p:nvPr/>
          </p:nvSpPr>
          <p:spPr>
            <a:xfrm>
              <a:off x="432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6" name="타원 475">
              <a:extLst>
                <a:ext uri="{FF2B5EF4-FFF2-40B4-BE49-F238E27FC236}">
                  <a16:creationId xmlns:a16="http://schemas.microsoft.com/office/drawing/2014/main" id="{641F33C1-781B-4C22-99D8-566ED639C205}"/>
                </a:ext>
              </a:extLst>
            </p:cNvPr>
            <p:cNvSpPr/>
            <p:nvPr/>
          </p:nvSpPr>
          <p:spPr>
            <a:xfrm>
              <a:off x="450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7" name="타원 476">
              <a:extLst>
                <a:ext uri="{FF2B5EF4-FFF2-40B4-BE49-F238E27FC236}">
                  <a16:creationId xmlns:a16="http://schemas.microsoft.com/office/drawing/2014/main" id="{8677C6E5-72E4-3954-BE65-F7726E6FE126}"/>
                </a:ext>
              </a:extLst>
            </p:cNvPr>
            <p:cNvSpPr/>
            <p:nvPr/>
          </p:nvSpPr>
          <p:spPr>
            <a:xfrm>
              <a:off x="450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8" name="타원 477">
              <a:extLst>
                <a:ext uri="{FF2B5EF4-FFF2-40B4-BE49-F238E27FC236}">
                  <a16:creationId xmlns:a16="http://schemas.microsoft.com/office/drawing/2014/main" id="{9DA5A650-6FEA-FD5E-DA39-9E2F52CBEE10}"/>
                </a:ext>
              </a:extLst>
            </p:cNvPr>
            <p:cNvSpPr/>
            <p:nvPr/>
          </p:nvSpPr>
          <p:spPr>
            <a:xfrm>
              <a:off x="450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9" name="타원 478">
              <a:extLst>
                <a:ext uri="{FF2B5EF4-FFF2-40B4-BE49-F238E27FC236}">
                  <a16:creationId xmlns:a16="http://schemas.microsoft.com/office/drawing/2014/main" id="{3B2D2E97-78AF-C70B-52A5-185E0060DE28}"/>
                </a:ext>
              </a:extLst>
            </p:cNvPr>
            <p:cNvSpPr/>
            <p:nvPr/>
          </p:nvSpPr>
          <p:spPr>
            <a:xfrm>
              <a:off x="450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0" name="타원 479">
              <a:extLst>
                <a:ext uri="{FF2B5EF4-FFF2-40B4-BE49-F238E27FC236}">
                  <a16:creationId xmlns:a16="http://schemas.microsoft.com/office/drawing/2014/main" id="{500DCEF7-F97F-AB15-F058-7D51FCD6DD85}"/>
                </a:ext>
              </a:extLst>
            </p:cNvPr>
            <p:cNvSpPr/>
            <p:nvPr/>
          </p:nvSpPr>
          <p:spPr>
            <a:xfrm>
              <a:off x="468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1" name="타원 480">
              <a:extLst>
                <a:ext uri="{FF2B5EF4-FFF2-40B4-BE49-F238E27FC236}">
                  <a16:creationId xmlns:a16="http://schemas.microsoft.com/office/drawing/2014/main" id="{D1F2FD51-7795-9F04-BB03-C896E3D59D8A}"/>
                </a:ext>
              </a:extLst>
            </p:cNvPr>
            <p:cNvSpPr/>
            <p:nvPr/>
          </p:nvSpPr>
          <p:spPr>
            <a:xfrm>
              <a:off x="468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2" name="타원 481">
              <a:extLst>
                <a:ext uri="{FF2B5EF4-FFF2-40B4-BE49-F238E27FC236}">
                  <a16:creationId xmlns:a16="http://schemas.microsoft.com/office/drawing/2014/main" id="{A3D84FED-73A3-05C1-A8DA-A7C2AEC162B2}"/>
                </a:ext>
              </a:extLst>
            </p:cNvPr>
            <p:cNvSpPr/>
            <p:nvPr/>
          </p:nvSpPr>
          <p:spPr>
            <a:xfrm>
              <a:off x="468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3" name="타원 482">
              <a:extLst>
                <a:ext uri="{FF2B5EF4-FFF2-40B4-BE49-F238E27FC236}">
                  <a16:creationId xmlns:a16="http://schemas.microsoft.com/office/drawing/2014/main" id="{28D69D68-4FF0-846D-CEC6-8E1F3151CF3C}"/>
                </a:ext>
              </a:extLst>
            </p:cNvPr>
            <p:cNvSpPr/>
            <p:nvPr/>
          </p:nvSpPr>
          <p:spPr>
            <a:xfrm>
              <a:off x="468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4" name="타원 483">
              <a:extLst>
                <a:ext uri="{FF2B5EF4-FFF2-40B4-BE49-F238E27FC236}">
                  <a16:creationId xmlns:a16="http://schemas.microsoft.com/office/drawing/2014/main" id="{FA9B231B-734B-9CF2-E05E-2136B8B19F51}"/>
                </a:ext>
              </a:extLst>
            </p:cNvPr>
            <p:cNvSpPr/>
            <p:nvPr/>
          </p:nvSpPr>
          <p:spPr>
            <a:xfrm>
              <a:off x="486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5" name="타원 484">
              <a:extLst>
                <a:ext uri="{FF2B5EF4-FFF2-40B4-BE49-F238E27FC236}">
                  <a16:creationId xmlns:a16="http://schemas.microsoft.com/office/drawing/2014/main" id="{36F6FF1D-3F16-E57E-3113-DC752F5A1E3B}"/>
                </a:ext>
              </a:extLst>
            </p:cNvPr>
            <p:cNvSpPr/>
            <p:nvPr/>
          </p:nvSpPr>
          <p:spPr>
            <a:xfrm>
              <a:off x="486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6" name="타원 485">
              <a:extLst>
                <a:ext uri="{FF2B5EF4-FFF2-40B4-BE49-F238E27FC236}">
                  <a16:creationId xmlns:a16="http://schemas.microsoft.com/office/drawing/2014/main" id="{2718C0B0-1A43-A903-CAD1-B5F52D7F45DC}"/>
                </a:ext>
              </a:extLst>
            </p:cNvPr>
            <p:cNvSpPr/>
            <p:nvPr/>
          </p:nvSpPr>
          <p:spPr>
            <a:xfrm>
              <a:off x="486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7" name="타원 486">
              <a:extLst>
                <a:ext uri="{FF2B5EF4-FFF2-40B4-BE49-F238E27FC236}">
                  <a16:creationId xmlns:a16="http://schemas.microsoft.com/office/drawing/2014/main" id="{E24CE87D-DC50-F7E3-15BA-8FF12967D771}"/>
                </a:ext>
              </a:extLst>
            </p:cNvPr>
            <p:cNvSpPr/>
            <p:nvPr/>
          </p:nvSpPr>
          <p:spPr>
            <a:xfrm>
              <a:off x="486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8" name="타원 487">
              <a:extLst>
                <a:ext uri="{FF2B5EF4-FFF2-40B4-BE49-F238E27FC236}">
                  <a16:creationId xmlns:a16="http://schemas.microsoft.com/office/drawing/2014/main" id="{9C27B245-BD93-8E54-D938-06578749B88F}"/>
                </a:ext>
              </a:extLst>
            </p:cNvPr>
            <p:cNvSpPr/>
            <p:nvPr/>
          </p:nvSpPr>
          <p:spPr>
            <a:xfrm>
              <a:off x="504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9" name="타원 488">
              <a:extLst>
                <a:ext uri="{FF2B5EF4-FFF2-40B4-BE49-F238E27FC236}">
                  <a16:creationId xmlns:a16="http://schemas.microsoft.com/office/drawing/2014/main" id="{D6CD38E9-ADCD-7A9C-B2BA-0A3AFA63F877}"/>
                </a:ext>
              </a:extLst>
            </p:cNvPr>
            <p:cNvSpPr/>
            <p:nvPr/>
          </p:nvSpPr>
          <p:spPr>
            <a:xfrm>
              <a:off x="504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0" name="타원 489">
              <a:extLst>
                <a:ext uri="{FF2B5EF4-FFF2-40B4-BE49-F238E27FC236}">
                  <a16:creationId xmlns:a16="http://schemas.microsoft.com/office/drawing/2014/main" id="{3A75EB24-3144-D3BD-D4AF-8E111E29D5A7}"/>
                </a:ext>
              </a:extLst>
            </p:cNvPr>
            <p:cNvSpPr/>
            <p:nvPr/>
          </p:nvSpPr>
          <p:spPr>
            <a:xfrm>
              <a:off x="504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1" name="타원 490">
              <a:extLst>
                <a:ext uri="{FF2B5EF4-FFF2-40B4-BE49-F238E27FC236}">
                  <a16:creationId xmlns:a16="http://schemas.microsoft.com/office/drawing/2014/main" id="{2E9565F2-51BE-CF59-AC76-87B088A99EA9}"/>
                </a:ext>
              </a:extLst>
            </p:cNvPr>
            <p:cNvSpPr/>
            <p:nvPr/>
          </p:nvSpPr>
          <p:spPr>
            <a:xfrm>
              <a:off x="504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2" name="타원 491">
              <a:extLst>
                <a:ext uri="{FF2B5EF4-FFF2-40B4-BE49-F238E27FC236}">
                  <a16:creationId xmlns:a16="http://schemas.microsoft.com/office/drawing/2014/main" id="{163BBFC9-91F0-E113-0E2F-85056CA3BEAC}"/>
                </a:ext>
              </a:extLst>
            </p:cNvPr>
            <p:cNvSpPr/>
            <p:nvPr/>
          </p:nvSpPr>
          <p:spPr>
            <a:xfrm>
              <a:off x="522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3" name="타원 492">
              <a:extLst>
                <a:ext uri="{FF2B5EF4-FFF2-40B4-BE49-F238E27FC236}">
                  <a16:creationId xmlns:a16="http://schemas.microsoft.com/office/drawing/2014/main" id="{B365259B-2499-183C-D8F1-2F2EF166643B}"/>
                </a:ext>
              </a:extLst>
            </p:cNvPr>
            <p:cNvSpPr/>
            <p:nvPr/>
          </p:nvSpPr>
          <p:spPr>
            <a:xfrm>
              <a:off x="522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4" name="타원 493">
              <a:extLst>
                <a:ext uri="{FF2B5EF4-FFF2-40B4-BE49-F238E27FC236}">
                  <a16:creationId xmlns:a16="http://schemas.microsoft.com/office/drawing/2014/main" id="{1617F01A-0EF3-CBFB-05DD-52FF7605746B}"/>
                </a:ext>
              </a:extLst>
            </p:cNvPr>
            <p:cNvSpPr/>
            <p:nvPr/>
          </p:nvSpPr>
          <p:spPr>
            <a:xfrm>
              <a:off x="522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5" name="타원 494">
              <a:extLst>
                <a:ext uri="{FF2B5EF4-FFF2-40B4-BE49-F238E27FC236}">
                  <a16:creationId xmlns:a16="http://schemas.microsoft.com/office/drawing/2014/main" id="{817F2F4A-2E2F-8585-0216-B82C202E9612}"/>
                </a:ext>
              </a:extLst>
            </p:cNvPr>
            <p:cNvSpPr/>
            <p:nvPr/>
          </p:nvSpPr>
          <p:spPr>
            <a:xfrm>
              <a:off x="522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6" name="타원 495">
              <a:extLst>
                <a:ext uri="{FF2B5EF4-FFF2-40B4-BE49-F238E27FC236}">
                  <a16:creationId xmlns:a16="http://schemas.microsoft.com/office/drawing/2014/main" id="{66DA2437-0FC7-B784-0CC9-0970E4240C2F}"/>
                </a:ext>
              </a:extLst>
            </p:cNvPr>
            <p:cNvSpPr/>
            <p:nvPr/>
          </p:nvSpPr>
          <p:spPr>
            <a:xfrm>
              <a:off x="540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7" name="타원 496">
              <a:extLst>
                <a:ext uri="{FF2B5EF4-FFF2-40B4-BE49-F238E27FC236}">
                  <a16:creationId xmlns:a16="http://schemas.microsoft.com/office/drawing/2014/main" id="{969B41CC-AFE2-40EA-6D12-F54D869B2B96}"/>
                </a:ext>
              </a:extLst>
            </p:cNvPr>
            <p:cNvSpPr/>
            <p:nvPr/>
          </p:nvSpPr>
          <p:spPr>
            <a:xfrm>
              <a:off x="540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8" name="타원 497">
              <a:extLst>
                <a:ext uri="{FF2B5EF4-FFF2-40B4-BE49-F238E27FC236}">
                  <a16:creationId xmlns:a16="http://schemas.microsoft.com/office/drawing/2014/main" id="{749654AA-D1E8-1335-2D43-D65113DEFD48}"/>
                </a:ext>
              </a:extLst>
            </p:cNvPr>
            <p:cNvSpPr/>
            <p:nvPr/>
          </p:nvSpPr>
          <p:spPr>
            <a:xfrm>
              <a:off x="540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9" name="타원 498">
              <a:extLst>
                <a:ext uri="{FF2B5EF4-FFF2-40B4-BE49-F238E27FC236}">
                  <a16:creationId xmlns:a16="http://schemas.microsoft.com/office/drawing/2014/main" id="{FE7ABEC9-27C3-F9CE-CA1E-9B9F51D40545}"/>
                </a:ext>
              </a:extLst>
            </p:cNvPr>
            <p:cNvSpPr/>
            <p:nvPr/>
          </p:nvSpPr>
          <p:spPr>
            <a:xfrm>
              <a:off x="540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0" name="타원 499">
              <a:extLst>
                <a:ext uri="{FF2B5EF4-FFF2-40B4-BE49-F238E27FC236}">
                  <a16:creationId xmlns:a16="http://schemas.microsoft.com/office/drawing/2014/main" id="{3F987D2D-5CF2-7D68-FC88-A160BC40AC70}"/>
                </a:ext>
              </a:extLst>
            </p:cNvPr>
            <p:cNvSpPr/>
            <p:nvPr/>
          </p:nvSpPr>
          <p:spPr>
            <a:xfrm>
              <a:off x="558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1" name="타원 500">
              <a:extLst>
                <a:ext uri="{FF2B5EF4-FFF2-40B4-BE49-F238E27FC236}">
                  <a16:creationId xmlns:a16="http://schemas.microsoft.com/office/drawing/2014/main" id="{A30F38E1-068C-1632-4CE4-3D48026CDDBF}"/>
                </a:ext>
              </a:extLst>
            </p:cNvPr>
            <p:cNvSpPr/>
            <p:nvPr/>
          </p:nvSpPr>
          <p:spPr>
            <a:xfrm>
              <a:off x="558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2" name="타원 501">
              <a:extLst>
                <a:ext uri="{FF2B5EF4-FFF2-40B4-BE49-F238E27FC236}">
                  <a16:creationId xmlns:a16="http://schemas.microsoft.com/office/drawing/2014/main" id="{5BA0B776-8F7A-234D-70B8-D2E5197637B5}"/>
                </a:ext>
              </a:extLst>
            </p:cNvPr>
            <p:cNvSpPr/>
            <p:nvPr/>
          </p:nvSpPr>
          <p:spPr>
            <a:xfrm>
              <a:off x="558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3" name="타원 502">
              <a:extLst>
                <a:ext uri="{FF2B5EF4-FFF2-40B4-BE49-F238E27FC236}">
                  <a16:creationId xmlns:a16="http://schemas.microsoft.com/office/drawing/2014/main" id="{9695C138-DF0B-0862-1731-B449FF4DE97C}"/>
                </a:ext>
              </a:extLst>
            </p:cNvPr>
            <p:cNvSpPr/>
            <p:nvPr/>
          </p:nvSpPr>
          <p:spPr>
            <a:xfrm>
              <a:off x="558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4" name="타원 503">
              <a:extLst>
                <a:ext uri="{FF2B5EF4-FFF2-40B4-BE49-F238E27FC236}">
                  <a16:creationId xmlns:a16="http://schemas.microsoft.com/office/drawing/2014/main" id="{28EDBB64-EAD9-6AEC-432E-E75A3C583A49}"/>
                </a:ext>
              </a:extLst>
            </p:cNvPr>
            <p:cNvSpPr/>
            <p:nvPr/>
          </p:nvSpPr>
          <p:spPr>
            <a:xfrm>
              <a:off x="576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5" name="타원 504">
              <a:extLst>
                <a:ext uri="{FF2B5EF4-FFF2-40B4-BE49-F238E27FC236}">
                  <a16:creationId xmlns:a16="http://schemas.microsoft.com/office/drawing/2014/main" id="{4EDFAADE-CDE4-EBB9-1FB9-13FAD6816EEF}"/>
                </a:ext>
              </a:extLst>
            </p:cNvPr>
            <p:cNvSpPr/>
            <p:nvPr/>
          </p:nvSpPr>
          <p:spPr>
            <a:xfrm>
              <a:off x="576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6" name="타원 505">
              <a:extLst>
                <a:ext uri="{FF2B5EF4-FFF2-40B4-BE49-F238E27FC236}">
                  <a16:creationId xmlns:a16="http://schemas.microsoft.com/office/drawing/2014/main" id="{DD14EBFC-A8C9-D39D-40D5-7DD995268A75}"/>
                </a:ext>
              </a:extLst>
            </p:cNvPr>
            <p:cNvSpPr/>
            <p:nvPr/>
          </p:nvSpPr>
          <p:spPr>
            <a:xfrm>
              <a:off x="576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7" name="타원 506">
              <a:extLst>
                <a:ext uri="{FF2B5EF4-FFF2-40B4-BE49-F238E27FC236}">
                  <a16:creationId xmlns:a16="http://schemas.microsoft.com/office/drawing/2014/main" id="{F0991042-446E-C6B2-E81F-F6171EEC3DAA}"/>
                </a:ext>
              </a:extLst>
            </p:cNvPr>
            <p:cNvSpPr/>
            <p:nvPr/>
          </p:nvSpPr>
          <p:spPr>
            <a:xfrm>
              <a:off x="576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8" name="타원 507">
              <a:extLst>
                <a:ext uri="{FF2B5EF4-FFF2-40B4-BE49-F238E27FC236}">
                  <a16:creationId xmlns:a16="http://schemas.microsoft.com/office/drawing/2014/main" id="{330112F8-8762-34D0-A0ED-A335DDE6EE2B}"/>
                </a:ext>
              </a:extLst>
            </p:cNvPr>
            <p:cNvSpPr/>
            <p:nvPr/>
          </p:nvSpPr>
          <p:spPr>
            <a:xfrm>
              <a:off x="594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9" name="타원 508">
              <a:extLst>
                <a:ext uri="{FF2B5EF4-FFF2-40B4-BE49-F238E27FC236}">
                  <a16:creationId xmlns:a16="http://schemas.microsoft.com/office/drawing/2014/main" id="{B2D9F453-DC64-1165-77A1-581B92D50F49}"/>
                </a:ext>
              </a:extLst>
            </p:cNvPr>
            <p:cNvSpPr/>
            <p:nvPr/>
          </p:nvSpPr>
          <p:spPr>
            <a:xfrm>
              <a:off x="594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0" name="타원 509">
              <a:extLst>
                <a:ext uri="{FF2B5EF4-FFF2-40B4-BE49-F238E27FC236}">
                  <a16:creationId xmlns:a16="http://schemas.microsoft.com/office/drawing/2014/main" id="{696A586F-FED4-760B-9FD6-77324E72B4DE}"/>
                </a:ext>
              </a:extLst>
            </p:cNvPr>
            <p:cNvSpPr/>
            <p:nvPr/>
          </p:nvSpPr>
          <p:spPr>
            <a:xfrm>
              <a:off x="594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1" name="타원 510">
              <a:extLst>
                <a:ext uri="{FF2B5EF4-FFF2-40B4-BE49-F238E27FC236}">
                  <a16:creationId xmlns:a16="http://schemas.microsoft.com/office/drawing/2014/main" id="{E3E82689-508D-8128-F6D0-17AFB4BDD849}"/>
                </a:ext>
              </a:extLst>
            </p:cNvPr>
            <p:cNvSpPr/>
            <p:nvPr/>
          </p:nvSpPr>
          <p:spPr>
            <a:xfrm>
              <a:off x="594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2" name="타원 511">
              <a:extLst>
                <a:ext uri="{FF2B5EF4-FFF2-40B4-BE49-F238E27FC236}">
                  <a16:creationId xmlns:a16="http://schemas.microsoft.com/office/drawing/2014/main" id="{B4B85D58-FF9B-13F0-F072-E507796C981A}"/>
                </a:ext>
              </a:extLst>
            </p:cNvPr>
            <p:cNvSpPr/>
            <p:nvPr/>
          </p:nvSpPr>
          <p:spPr>
            <a:xfrm>
              <a:off x="612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3" name="타원 512">
              <a:extLst>
                <a:ext uri="{FF2B5EF4-FFF2-40B4-BE49-F238E27FC236}">
                  <a16:creationId xmlns:a16="http://schemas.microsoft.com/office/drawing/2014/main" id="{AA5BDBA5-5F35-F827-8A9D-5F8B43DEB811}"/>
                </a:ext>
              </a:extLst>
            </p:cNvPr>
            <p:cNvSpPr/>
            <p:nvPr/>
          </p:nvSpPr>
          <p:spPr>
            <a:xfrm>
              <a:off x="612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4" name="타원 513">
              <a:extLst>
                <a:ext uri="{FF2B5EF4-FFF2-40B4-BE49-F238E27FC236}">
                  <a16:creationId xmlns:a16="http://schemas.microsoft.com/office/drawing/2014/main" id="{076DDF11-2FBD-F7B3-9D2C-E48BD9735939}"/>
                </a:ext>
              </a:extLst>
            </p:cNvPr>
            <p:cNvSpPr/>
            <p:nvPr/>
          </p:nvSpPr>
          <p:spPr>
            <a:xfrm>
              <a:off x="612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5" name="타원 514">
              <a:extLst>
                <a:ext uri="{FF2B5EF4-FFF2-40B4-BE49-F238E27FC236}">
                  <a16:creationId xmlns:a16="http://schemas.microsoft.com/office/drawing/2014/main" id="{F65C2853-A465-5A04-C90F-3D27EE37CC1E}"/>
                </a:ext>
              </a:extLst>
            </p:cNvPr>
            <p:cNvSpPr/>
            <p:nvPr/>
          </p:nvSpPr>
          <p:spPr>
            <a:xfrm>
              <a:off x="612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6" name="타원 515">
              <a:extLst>
                <a:ext uri="{FF2B5EF4-FFF2-40B4-BE49-F238E27FC236}">
                  <a16:creationId xmlns:a16="http://schemas.microsoft.com/office/drawing/2014/main" id="{5F139081-4B26-7641-0213-690B248D9086}"/>
                </a:ext>
              </a:extLst>
            </p:cNvPr>
            <p:cNvSpPr/>
            <p:nvPr/>
          </p:nvSpPr>
          <p:spPr>
            <a:xfrm>
              <a:off x="630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7" name="타원 516">
              <a:extLst>
                <a:ext uri="{FF2B5EF4-FFF2-40B4-BE49-F238E27FC236}">
                  <a16:creationId xmlns:a16="http://schemas.microsoft.com/office/drawing/2014/main" id="{CDDC907A-E7C5-DB42-2360-C9EEC4AFE57E}"/>
                </a:ext>
              </a:extLst>
            </p:cNvPr>
            <p:cNvSpPr/>
            <p:nvPr/>
          </p:nvSpPr>
          <p:spPr>
            <a:xfrm>
              <a:off x="630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8" name="타원 517">
              <a:extLst>
                <a:ext uri="{FF2B5EF4-FFF2-40B4-BE49-F238E27FC236}">
                  <a16:creationId xmlns:a16="http://schemas.microsoft.com/office/drawing/2014/main" id="{9EC623A3-2E7B-906F-3108-1757B9D83070}"/>
                </a:ext>
              </a:extLst>
            </p:cNvPr>
            <p:cNvSpPr/>
            <p:nvPr/>
          </p:nvSpPr>
          <p:spPr>
            <a:xfrm>
              <a:off x="630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9" name="타원 518">
              <a:extLst>
                <a:ext uri="{FF2B5EF4-FFF2-40B4-BE49-F238E27FC236}">
                  <a16:creationId xmlns:a16="http://schemas.microsoft.com/office/drawing/2014/main" id="{CF3A6ECD-7DA8-AD66-D849-1A987BD5582B}"/>
                </a:ext>
              </a:extLst>
            </p:cNvPr>
            <p:cNvSpPr/>
            <p:nvPr/>
          </p:nvSpPr>
          <p:spPr>
            <a:xfrm>
              <a:off x="630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0" name="타원 519">
              <a:extLst>
                <a:ext uri="{FF2B5EF4-FFF2-40B4-BE49-F238E27FC236}">
                  <a16:creationId xmlns:a16="http://schemas.microsoft.com/office/drawing/2014/main" id="{D4C6F80C-2D08-9AE9-6935-84373EA2397B}"/>
                </a:ext>
              </a:extLst>
            </p:cNvPr>
            <p:cNvSpPr/>
            <p:nvPr/>
          </p:nvSpPr>
          <p:spPr>
            <a:xfrm>
              <a:off x="648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1" name="타원 520">
              <a:extLst>
                <a:ext uri="{FF2B5EF4-FFF2-40B4-BE49-F238E27FC236}">
                  <a16:creationId xmlns:a16="http://schemas.microsoft.com/office/drawing/2014/main" id="{E56283B7-706B-E5F2-5C00-0A6D909F17A3}"/>
                </a:ext>
              </a:extLst>
            </p:cNvPr>
            <p:cNvSpPr/>
            <p:nvPr/>
          </p:nvSpPr>
          <p:spPr>
            <a:xfrm>
              <a:off x="648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2" name="타원 521">
              <a:extLst>
                <a:ext uri="{FF2B5EF4-FFF2-40B4-BE49-F238E27FC236}">
                  <a16:creationId xmlns:a16="http://schemas.microsoft.com/office/drawing/2014/main" id="{41A81342-2A9C-7AB2-90B9-0640E88C7A09}"/>
                </a:ext>
              </a:extLst>
            </p:cNvPr>
            <p:cNvSpPr/>
            <p:nvPr/>
          </p:nvSpPr>
          <p:spPr>
            <a:xfrm>
              <a:off x="648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3" name="타원 522">
              <a:extLst>
                <a:ext uri="{FF2B5EF4-FFF2-40B4-BE49-F238E27FC236}">
                  <a16:creationId xmlns:a16="http://schemas.microsoft.com/office/drawing/2014/main" id="{144621EC-D5BA-69A4-7A6D-48930A4E3CD1}"/>
                </a:ext>
              </a:extLst>
            </p:cNvPr>
            <p:cNvSpPr/>
            <p:nvPr/>
          </p:nvSpPr>
          <p:spPr>
            <a:xfrm>
              <a:off x="648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4" name="타원 523">
              <a:extLst>
                <a:ext uri="{FF2B5EF4-FFF2-40B4-BE49-F238E27FC236}">
                  <a16:creationId xmlns:a16="http://schemas.microsoft.com/office/drawing/2014/main" id="{F397F026-0E15-D14A-6301-1778A844276F}"/>
                </a:ext>
              </a:extLst>
            </p:cNvPr>
            <p:cNvSpPr/>
            <p:nvPr/>
          </p:nvSpPr>
          <p:spPr>
            <a:xfrm>
              <a:off x="666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5" name="타원 524">
              <a:extLst>
                <a:ext uri="{FF2B5EF4-FFF2-40B4-BE49-F238E27FC236}">
                  <a16:creationId xmlns:a16="http://schemas.microsoft.com/office/drawing/2014/main" id="{3D0E37AA-C148-7CAB-C563-5F5968A32466}"/>
                </a:ext>
              </a:extLst>
            </p:cNvPr>
            <p:cNvSpPr/>
            <p:nvPr/>
          </p:nvSpPr>
          <p:spPr>
            <a:xfrm>
              <a:off x="666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6" name="타원 525">
              <a:extLst>
                <a:ext uri="{FF2B5EF4-FFF2-40B4-BE49-F238E27FC236}">
                  <a16:creationId xmlns:a16="http://schemas.microsoft.com/office/drawing/2014/main" id="{4E46FEE6-D597-7B32-F40D-B8B7B32CB983}"/>
                </a:ext>
              </a:extLst>
            </p:cNvPr>
            <p:cNvSpPr/>
            <p:nvPr/>
          </p:nvSpPr>
          <p:spPr>
            <a:xfrm>
              <a:off x="666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7" name="타원 526">
              <a:extLst>
                <a:ext uri="{FF2B5EF4-FFF2-40B4-BE49-F238E27FC236}">
                  <a16:creationId xmlns:a16="http://schemas.microsoft.com/office/drawing/2014/main" id="{8E575541-CC02-83E8-7251-0D1892B26060}"/>
                </a:ext>
              </a:extLst>
            </p:cNvPr>
            <p:cNvSpPr/>
            <p:nvPr/>
          </p:nvSpPr>
          <p:spPr>
            <a:xfrm>
              <a:off x="666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8" name="타원 527">
              <a:extLst>
                <a:ext uri="{FF2B5EF4-FFF2-40B4-BE49-F238E27FC236}">
                  <a16:creationId xmlns:a16="http://schemas.microsoft.com/office/drawing/2014/main" id="{5B362296-1850-A19B-AA6F-18A5949E50D9}"/>
                </a:ext>
              </a:extLst>
            </p:cNvPr>
            <p:cNvSpPr/>
            <p:nvPr/>
          </p:nvSpPr>
          <p:spPr>
            <a:xfrm>
              <a:off x="684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9" name="타원 528">
              <a:extLst>
                <a:ext uri="{FF2B5EF4-FFF2-40B4-BE49-F238E27FC236}">
                  <a16:creationId xmlns:a16="http://schemas.microsoft.com/office/drawing/2014/main" id="{E95708BD-91FA-5D1D-725C-D5A361C05CEC}"/>
                </a:ext>
              </a:extLst>
            </p:cNvPr>
            <p:cNvSpPr/>
            <p:nvPr/>
          </p:nvSpPr>
          <p:spPr>
            <a:xfrm>
              <a:off x="684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0" name="타원 529">
              <a:extLst>
                <a:ext uri="{FF2B5EF4-FFF2-40B4-BE49-F238E27FC236}">
                  <a16:creationId xmlns:a16="http://schemas.microsoft.com/office/drawing/2014/main" id="{D9C5EDF4-2F11-D4E1-3859-F0D39151D1DE}"/>
                </a:ext>
              </a:extLst>
            </p:cNvPr>
            <p:cNvSpPr/>
            <p:nvPr/>
          </p:nvSpPr>
          <p:spPr>
            <a:xfrm>
              <a:off x="684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1" name="타원 530">
              <a:extLst>
                <a:ext uri="{FF2B5EF4-FFF2-40B4-BE49-F238E27FC236}">
                  <a16:creationId xmlns:a16="http://schemas.microsoft.com/office/drawing/2014/main" id="{DAC87302-BD21-35DC-348E-6A5C3E3CC9D9}"/>
                </a:ext>
              </a:extLst>
            </p:cNvPr>
            <p:cNvSpPr/>
            <p:nvPr/>
          </p:nvSpPr>
          <p:spPr>
            <a:xfrm>
              <a:off x="684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2" name="타원 531">
              <a:extLst>
                <a:ext uri="{FF2B5EF4-FFF2-40B4-BE49-F238E27FC236}">
                  <a16:creationId xmlns:a16="http://schemas.microsoft.com/office/drawing/2014/main" id="{B48EBE5D-AE26-CDEE-2AAA-496C25423DD8}"/>
                </a:ext>
              </a:extLst>
            </p:cNvPr>
            <p:cNvSpPr/>
            <p:nvPr/>
          </p:nvSpPr>
          <p:spPr>
            <a:xfrm>
              <a:off x="702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3" name="타원 532">
              <a:extLst>
                <a:ext uri="{FF2B5EF4-FFF2-40B4-BE49-F238E27FC236}">
                  <a16:creationId xmlns:a16="http://schemas.microsoft.com/office/drawing/2014/main" id="{20725892-784F-F829-187D-6AB00CCE2D8D}"/>
                </a:ext>
              </a:extLst>
            </p:cNvPr>
            <p:cNvSpPr/>
            <p:nvPr/>
          </p:nvSpPr>
          <p:spPr>
            <a:xfrm>
              <a:off x="702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4" name="타원 533">
              <a:extLst>
                <a:ext uri="{FF2B5EF4-FFF2-40B4-BE49-F238E27FC236}">
                  <a16:creationId xmlns:a16="http://schemas.microsoft.com/office/drawing/2014/main" id="{9FE804AF-0684-9BB2-DCA0-2B86128F200B}"/>
                </a:ext>
              </a:extLst>
            </p:cNvPr>
            <p:cNvSpPr/>
            <p:nvPr/>
          </p:nvSpPr>
          <p:spPr>
            <a:xfrm>
              <a:off x="702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5" name="타원 534">
              <a:extLst>
                <a:ext uri="{FF2B5EF4-FFF2-40B4-BE49-F238E27FC236}">
                  <a16:creationId xmlns:a16="http://schemas.microsoft.com/office/drawing/2014/main" id="{574EF855-3ABF-FF00-1164-F0E105674316}"/>
                </a:ext>
              </a:extLst>
            </p:cNvPr>
            <p:cNvSpPr/>
            <p:nvPr/>
          </p:nvSpPr>
          <p:spPr>
            <a:xfrm>
              <a:off x="702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6" name="타원 535">
              <a:extLst>
                <a:ext uri="{FF2B5EF4-FFF2-40B4-BE49-F238E27FC236}">
                  <a16:creationId xmlns:a16="http://schemas.microsoft.com/office/drawing/2014/main" id="{68B6DB2D-D174-16AA-2E34-98E3D52CC62D}"/>
                </a:ext>
              </a:extLst>
            </p:cNvPr>
            <p:cNvSpPr/>
            <p:nvPr/>
          </p:nvSpPr>
          <p:spPr>
            <a:xfrm>
              <a:off x="720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7" name="타원 536">
              <a:extLst>
                <a:ext uri="{FF2B5EF4-FFF2-40B4-BE49-F238E27FC236}">
                  <a16:creationId xmlns:a16="http://schemas.microsoft.com/office/drawing/2014/main" id="{0A4AB9B2-D463-70F9-E65E-E7DE6334BD0C}"/>
                </a:ext>
              </a:extLst>
            </p:cNvPr>
            <p:cNvSpPr/>
            <p:nvPr/>
          </p:nvSpPr>
          <p:spPr>
            <a:xfrm>
              <a:off x="720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8" name="타원 537">
              <a:extLst>
                <a:ext uri="{FF2B5EF4-FFF2-40B4-BE49-F238E27FC236}">
                  <a16:creationId xmlns:a16="http://schemas.microsoft.com/office/drawing/2014/main" id="{348B1EBB-776D-ADC4-7281-92CF1D247FF5}"/>
                </a:ext>
              </a:extLst>
            </p:cNvPr>
            <p:cNvSpPr/>
            <p:nvPr/>
          </p:nvSpPr>
          <p:spPr>
            <a:xfrm>
              <a:off x="720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9" name="타원 538">
              <a:extLst>
                <a:ext uri="{FF2B5EF4-FFF2-40B4-BE49-F238E27FC236}">
                  <a16:creationId xmlns:a16="http://schemas.microsoft.com/office/drawing/2014/main" id="{DFFAA9D0-59AB-E726-98A5-452870D4B5FC}"/>
                </a:ext>
              </a:extLst>
            </p:cNvPr>
            <p:cNvSpPr/>
            <p:nvPr/>
          </p:nvSpPr>
          <p:spPr>
            <a:xfrm>
              <a:off x="720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0" name="타원 539">
              <a:extLst>
                <a:ext uri="{FF2B5EF4-FFF2-40B4-BE49-F238E27FC236}">
                  <a16:creationId xmlns:a16="http://schemas.microsoft.com/office/drawing/2014/main" id="{D0B48D69-011C-D05D-04AF-91DB4C7C58B6}"/>
                </a:ext>
              </a:extLst>
            </p:cNvPr>
            <p:cNvSpPr/>
            <p:nvPr/>
          </p:nvSpPr>
          <p:spPr>
            <a:xfrm>
              <a:off x="738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1" name="타원 540">
              <a:extLst>
                <a:ext uri="{FF2B5EF4-FFF2-40B4-BE49-F238E27FC236}">
                  <a16:creationId xmlns:a16="http://schemas.microsoft.com/office/drawing/2014/main" id="{B726E6B2-2753-74E2-7631-7E090AD13EE1}"/>
                </a:ext>
              </a:extLst>
            </p:cNvPr>
            <p:cNvSpPr/>
            <p:nvPr/>
          </p:nvSpPr>
          <p:spPr>
            <a:xfrm>
              <a:off x="738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2" name="타원 541">
              <a:extLst>
                <a:ext uri="{FF2B5EF4-FFF2-40B4-BE49-F238E27FC236}">
                  <a16:creationId xmlns:a16="http://schemas.microsoft.com/office/drawing/2014/main" id="{9DF321C3-C3AB-844A-FBC3-4AB00C5C0B49}"/>
                </a:ext>
              </a:extLst>
            </p:cNvPr>
            <p:cNvSpPr/>
            <p:nvPr/>
          </p:nvSpPr>
          <p:spPr>
            <a:xfrm>
              <a:off x="738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3" name="타원 542">
              <a:extLst>
                <a:ext uri="{FF2B5EF4-FFF2-40B4-BE49-F238E27FC236}">
                  <a16:creationId xmlns:a16="http://schemas.microsoft.com/office/drawing/2014/main" id="{4BE5E6C3-8444-E41A-96C6-0298BBCFABDE}"/>
                </a:ext>
              </a:extLst>
            </p:cNvPr>
            <p:cNvSpPr/>
            <p:nvPr/>
          </p:nvSpPr>
          <p:spPr>
            <a:xfrm>
              <a:off x="738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318" name="그룹 317">
            <a:extLst>
              <a:ext uri="{FF2B5EF4-FFF2-40B4-BE49-F238E27FC236}">
                <a16:creationId xmlns:a16="http://schemas.microsoft.com/office/drawing/2014/main" id="{50759C58-B9B6-59C9-8BEB-60A2201EA1E9}"/>
              </a:ext>
            </a:extLst>
          </p:cNvPr>
          <p:cNvGrpSpPr/>
          <p:nvPr/>
        </p:nvGrpSpPr>
        <p:grpSpPr>
          <a:xfrm>
            <a:off x="3348000" y="2196000"/>
            <a:ext cx="1332000" cy="1620000"/>
            <a:chOff x="3348000" y="2196000"/>
            <a:chExt cx="1332000" cy="1620000"/>
          </a:xfrm>
        </p:grpSpPr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3CF5FBDD-8528-B653-90BC-59A51652511E}"/>
                </a:ext>
              </a:extLst>
            </p:cNvPr>
            <p:cNvSpPr/>
            <p:nvPr/>
          </p:nvSpPr>
          <p:spPr>
            <a:xfrm flipH="1">
              <a:off x="3348000" y="2196000"/>
              <a:ext cx="1332000" cy="1620000"/>
            </a:xfrm>
            <a:prstGeom prst="roundRect">
              <a:avLst>
                <a:gd name="adj" fmla="val 9430"/>
              </a:avLst>
            </a:prstGeom>
            <a:solidFill>
              <a:srgbClr val="7030A0">
                <a:alpha val="26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A2594930-34AE-6FB3-C726-88ADD83B4EF9}"/>
                </a:ext>
              </a:extLst>
            </p:cNvPr>
            <p:cNvSpPr/>
            <p:nvPr/>
          </p:nvSpPr>
          <p:spPr>
            <a:xfrm flipH="1">
              <a:off x="3420000" y="2880000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1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4BEB453D-4764-9CAA-D9F2-FA28F0CB4E44}"/>
                </a:ext>
              </a:extLst>
            </p:cNvPr>
            <p:cNvSpPr/>
            <p:nvPr/>
          </p:nvSpPr>
          <p:spPr>
            <a:xfrm flipH="1">
              <a:off x="4500000" y="234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V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26" name="타원 25">
              <a:extLst>
                <a:ext uri="{FF2B5EF4-FFF2-40B4-BE49-F238E27FC236}">
                  <a16:creationId xmlns:a16="http://schemas.microsoft.com/office/drawing/2014/main" id="{E2B00FAB-FF57-5727-6C2B-87C3097B4475}"/>
                </a:ext>
              </a:extLst>
            </p:cNvPr>
            <p:cNvSpPr/>
            <p:nvPr/>
          </p:nvSpPr>
          <p:spPr>
            <a:xfrm flipH="1">
              <a:off x="4500000" y="270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8DC5091B-B59F-A510-4B13-C6613D64AAE7}"/>
                </a:ext>
              </a:extLst>
            </p:cNvPr>
            <p:cNvSpPr/>
            <p:nvPr/>
          </p:nvSpPr>
          <p:spPr>
            <a:xfrm flipH="1">
              <a:off x="4500000" y="25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T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5EED34F6-D260-AF02-1295-D78B2A4A6E5B}"/>
                </a:ext>
              </a:extLst>
            </p:cNvPr>
            <p:cNvSpPr/>
            <p:nvPr/>
          </p:nvSpPr>
          <p:spPr>
            <a:xfrm flipH="1">
              <a:off x="4500000" y="34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BB77FDF3-71D6-C91B-9996-4D6BEF337FEC}"/>
                </a:ext>
              </a:extLst>
            </p:cNvPr>
            <p:cNvSpPr/>
            <p:nvPr/>
          </p:nvSpPr>
          <p:spPr>
            <a:xfrm flipH="1">
              <a:off x="4500000" y="360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A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84" name="타원 83">
              <a:extLst>
                <a:ext uri="{FF2B5EF4-FFF2-40B4-BE49-F238E27FC236}">
                  <a16:creationId xmlns:a16="http://schemas.microsoft.com/office/drawing/2014/main" id="{8EDB35AA-A447-FAC6-BAB2-ED27716B0193}"/>
                </a:ext>
              </a:extLst>
            </p:cNvPr>
            <p:cNvSpPr/>
            <p:nvPr/>
          </p:nvSpPr>
          <p:spPr>
            <a:xfrm flipH="1">
              <a:off x="4500000" y="288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G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3A082681-B648-49F1-0F45-7E062CF0F594}"/>
                </a:ext>
              </a:extLst>
            </p:cNvPr>
            <p:cNvSpPr/>
            <p:nvPr/>
          </p:nvSpPr>
          <p:spPr>
            <a:xfrm flipH="1">
              <a:off x="3420000" y="3420000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" name="타원 53">
              <a:extLst>
                <a:ext uri="{FF2B5EF4-FFF2-40B4-BE49-F238E27FC236}">
                  <a16:creationId xmlns:a16="http://schemas.microsoft.com/office/drawing/2014/main" id="{9959CF42-235B-4CEA-733B-4887B334D400}"/>
                </a:ext>
              </a:extLst>
            </p:cNvPr>
            <p:cNvSpPr/>
            <p:nvPr/>
          </p:nvSpPr>
          <p:spPr>
            <a:xfrm flipH="1">
              <a:off x="3420000" y="2340000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55" name="타원 54">
              <a:extLst>
                <a:ext uri="{FF2B5EF4-FFF2-40B4-BE49-F238E27FC236}">
                  <a16:creationId xmlns:a16="http://schemas.microsoft.com/office/drawing/2014/main" id="{F0DA922B-2A0D-376A-8E34-8383B6E51707}"/>
                </a:ext>
              </a:extLst>
            </p:cNvPr>
            <p:cNvSpPr/>
            <p:nvPr/>
          </p:nvSpPr>
          <p:spPr>
            <a:xfrm flipH="1">
              <a:off x="3420000" y="3240000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" name="타원 55">
              <a:extLst>
                <a:ext uri="{FF2B5EF4-FFF2-40B4-BE49-F238E27FC236}">
                  <a16:creationId xmlns:a16="http://schemas.microsoft.com/office/drawing/2014/main" id="{7AED32DA-41E9-A134-3757-DDA8F63C992D}"/>
                </a:ext>
              </a:extLst>
            </p:cNvPr>
            <p:cNvSpPr/>
            <p:nvPr/>
          </p:nvSpPr>
          <p:spPr>
            <a:xfrm flipH="1">
              <a:off x="3420000" y="3060000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7" name="타원 56">
              <a:extLst>
                <a:ext uri="{FF2B5EF4-FFF2-40B4-BE49-F238E27FC236}">
                  <a16:creationId xmlns:a16="http://schemas.microsoft.com/office/drawing/2014/main" id="{4F4D330B-E8DF-32CD-1799-A1F35C2F010C}"/>
                </a:ext>
              </a:extLst>
            </p:cNvPr>
            <p:cNvSpPr/>
            <p:nvPr/>
          </p:nvSpPr>
          <p:spPr>
            <a:xfrm flipH="1">
              <a:off x="4500000" y="324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92D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0" name="타원 59">
              <a:extLst>
                <a:ext uri="{FF2B5EF4-FFF2-40B4-BE49-F238E27FC236}">
                  <a16:creationId xmlns:a16="http://schemas.microsoft.com/office/drawing/2014/main" id="{51C2FA50-55D5-4ACF-F7CB-AE78AA703132}"/>
                </a:ext>
              </a:extLst>
            </p:cNvPr>
            <p:cNvSpPr/>
            <p:nvPr/>
          </p:nvSpPr>
          <p:spPr>
            <a:xfrm flipH="1">
              <a:off x="3420000" y="2700000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86267FAB-87EE-DC98-0E83-0217B18EE6DF}"/>
                </a:ext>
              </a:extLst>
            </p:cNvPr>
            <p:cNvSpPr/>
            <p:nvPr/>
          </p:nvSpPr>
          <p:spPr>
            <a:xfrm flipH="1">
              <a:off x="3420000" y="2520000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8" name="타원 87">
              <a:extLst>
                <a:ext uri="{FF2B5EF4-FFF2-40B4-BE49-F238E27FC236}">
                  <a16:creationId xmlns:a16="http://schemas.microsoft.com/office/drawing/2014/main" id="{54805C2F-B995-A28C-9231-B7B87E16400F}"/>
                </a:ext>
              </a:extLst>
            </p:cNvPr>
            <p:cNvSpPr/>
            <p:nvPr/>
          </p:nvSpPr>
          <p:spPr>
            <a:xfrm flipH="1">
              <a:off x="3420000" y="3600000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97" name="타원 696">
              <a:extLst>
                <a:ext uri="{FF2B5EF4-FFF2-40B4-BE49-F238E27FC236}">
                  <a16:creationId xmlns:a16="http://schemas.microsoft.com/office/drawing/2014/main" id="{2352FAA5-24BA-3551-518F-D8EF0A7FEFE8}"/>
                </a:ext>
              </a:extLst>
            </p:cNvPr>
            <p:cNvSpPr/>
            <p:nvPr/>
          </p:nvSpPr>
          <p:spPr>
            <a:xfrm>
              <a:off x="4500000" y="3060000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rIns="72000" rtlCol="0" anchor="ctr"/>
            <a:lstStyle/>
            <a:p>
              <a:pPr algn="ctr"/>
              <a:r>
                <a:rPr lang="fr-FR" altLang="ko-KR" sz="601" b="1" dirty="0">
                  <a:solidFill>
                    <a:schemeClr val="tx1"/>
                  </a:solidFill>
                  <a:latin typeface="Cambria" panose="02040503050406030204" pitchFamily="18" charset="0"/>
                </a:rPr>
                <a:t>S</a:t>
              </a:r>
              <a:endParaRPr lang="ko-KR" altLang="en-US" sz="601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314" name="타원 313">
              <a:extLst>
                <a:ext uri="{FF2B5EF4-FFF2-40B4-BE49-F238E27FC236}">
                  <a16:creationId xmlns:a16="http://schemas.microsoft.com/office/drawing/2014/main" id="{6BBBB54E-2E00-5F1B-8BBE-5ACA19F198DE}"/>
                </a:ext>
              </a:extLst>
            </p:cNvPr>
            <p:cNvSpPr/>
            <p:nvPr/>
          </p:nvSpPr>
          <p:spPr>
            <a:xfrm flipH="1">
              <a:off x="4320000" y="234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W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317" name="타원 316">
              <a:extLst>
                <a:ext uri="{FF2B5EF4-FFF2-40B4-BE49-F238E27FC236}">
                  <a16:creationId xmlns:a16="http://schemas.microsoft.com/office/drawing/2014/main" id="{AA1BE86C-4064-D36B-D02B-983B96C6E83A}"/>
                </a:ext>
              </a:extLst>
            </p:cNvPr>
            <p:cNvSpPr/>
            <p:nvPr/>
          </p:nvSpPr>
          <p:spPr>
            <a:xfrm flipH="1">
              <a:off x="4320000" y="25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Y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</p:grpSp>
      <p:grpSp>
        <p:nvGrpSpPr>
          <p:cNvPr id="224" name="그룹 223">
            <a:extLst>
              <a:ext uri="{FF2B5EF4-FFF2-40B4-BE49-F238E27FC236}">
                <a16:creationId xmlns:a16="http://schemas.microsoft.com/office/drawing/2014/main" id="{0F905B96-D64B-5C90-5214-E9B1C5ACB775}"/>
              </a:ext>
            </a:extLst>
          </p:cNvPr>
          <p:cNvGrpSpPr/>
          <p:nvPr/>
        </p:nvGrpSpPr>
        <p:grpSpPr>
          <a:xfrm>
            <a:off x="1368000" y="2232000"/>
            <a:ext cx="936000" cy="684000"/>
            <a:chOff x="1369761" y="2223713"/>
            <a:chExt cx="936000" cy="684000"/>
          </a:xfrm>
        </p:grpSpPr>
        <p:sp>
          <p:nvSpPr>
            <p:cNvPr id="553" name="직사각형 552">
              <a:extLst>
                <a:ext uri="{FF2B5EF4-FFF2-40B4-BE49-F238E27FC236}">
                  <a16:creationId xmlns:a16="http://schemas.microsoft.com/office/drawing/2014/main" id="{BDCA663E-2260-3DB8-1CBF-A82C90CDD294}"/>
                </a:ext>
              </a:extLst>
            </p:cNvPr>
            <p:cNvSpPr/>
            <p:nvPr/>
          </p:nvSpPr>
          <p:spPr>
            <a:xfrm rot="5400000">
              <a:off x="1495761" y="2097713"/>
              <a:ext cx="684000" cy="936000"/>
            </a:xfrm>
            <a:prstGeom prst="rect">
              <a:avLst/>
            </a:prstGeom>
            <a:solidFill>
              <a:srgbClr val="00B0F0">
                <a:alpha val="38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554" name="타원 553">
              <a:extLst>
                <a:ext uri="{FF2B5EF4-FFF2-40B4-BE49-F238E27FC236}">
                  <a16:creationId xmlns:a16="http://schemas.microsoft.com/office/drawing/2014/main" id="{57859ADC-7FEB-4D91-2544-EA0C739B5C4C}"/>
                </a:ext>
              </a:extLst>
            </p:cNvPr>
            <p:cNvSpPr/>
            <p:nvPr/>
          </p:nvSpPr>
          <p:spPr>
            <a:xfrm rot="5400000">
              <a:off x="2161761" y="2331713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55" name="타원 554">
              <a:extLst>
                <a:ext uri="{FF2B5EF4-FFF2-40B4-BE49-F238E27FC236}">
                  <a16:creationId xmlns:a16="http://schemas.microsoft.com/office/drawing/2014/main" id="{1540A165-C246-3A13-C367-B5216FFBE6D8}"/>
                </a:ext>
              </a:extLst>
            </p:cNvPr>
            <p:cNvSpPr/>
            <p:nvPr/>
          </p:nvSpPr>
          <p:spPr>
            <a:xfrm rot="5400000">
              <a:off x="2161761" y="2511713"/>
              <a:ext cx="108000" cy="108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56" name="타원 555">
              <a:extLst>
                <a:ext uri="{FF2B5EF4-FFF2-40B4-BE49-F238E27FC236}">
                  <a16:creationId xmlns:a16="http://schemas.microsoft.com/office/drawing/2014/main" id="{55A56D6F-D1A2-E228-9552-97D22D99A058}"/>
                </a:ext>
              </a:extLst>
            </p:cNvPr>
            <p:cNvSpPr/>
            <p:nvPr/>
          </p:nvSpPr>
          <p:spPr>
            <a:xfrm>
              <a:off x="2161761" y="2691713"/>
              <a:ext cx="108000" cy="108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</p:grpSp>
      <p:grpSp>
        <p:nvGrpSpPr>
          <p:cNvPr id="162" name="그룹 161">
            <a:extLst>
              <a:ext uri="{FF2B5EF4-FFF2-40B4-BE49-F238E27FC236}">
                <a16:creationId xmlns:a16="http://schemas.microsoft.com/office/drawing/2014/main" id="{4BD71549-D691-1190-6A74-DD96BEB48F6C}"/>
              </a:ext>
            </a:extLst>
          </p:cNvPr>
          <p:cNvGrpSpPr/>
          <p:nvPr/>
        </p:nvGrpSpPr>
        <p:grpSpPr>
          <a:xfrm>
            <a:off x="1044000" y="3384000"/>
            <a:ext cx="1980000" cy="1440000"/>
            <a:chOff x="663675" y="5597775"/>
            <a:chExt cx="1980000" cy="1440000"/>
          </a:xfrm>
        </p:grpSpPr>
        <p:sp>
          <p:nvSpPr>
            <p:cNvPr id="557" name="직사각형 556">
              <a:extLst>
                <a:ext uri="{FF2B5EF4-FFF2-40B4-BE49-F238E27FC236}">
                  <a16:creationId xmlns:a16="http://schemas.microsoft.com/office/drawing/2014/main" id="{ED93E781-B2DE-2A07-C863-5A0D6618AC62}"/>
                </a:ext>
              </a:extLst>
            </p:cNvPr>
            <p:cNvSpPr/>
            <p:nvPr/>
          </p:nvSpPr>
          <p:spPr>
            <a:xfrm rot="5400000">
              <a:off x="933675" y="5327775"/>
              <a:ext cx="1440000" cy="1980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558" name="타원 557">
              <a:extLst>
                <a:ext uri="{FF2B5EF4-FFF2-40B4-BE49-F238E27FC236}">
                  <a16:creationId xmlns:a16="http://schemas.microsoft.com/office/drawing/2014/main" id="{BE80B012-93DB-6AB4-324E-C56F6D3D854C}"/>
                </a:ext>
              </a:extLst>
            </p:cNvPr>
            <p:cNvSpPr/>
            <p:nvPr/>
          </p:nvSpPr>
          <p:spPr>
            <a:xfrm>
              <a:off x="2499675" y="5813775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59" name="타원 558">
              <a:extLst>
                <a:ext uri="{FF2B5EF4-FFF2-40B4-BE49-F238E27FC236}">
                  <a16:creationId xmlns:a16="http://schemas.microsoft.com/office/drawing/2014/main" id="{1785D116-58BA-74FE-17EC-FE9019F250E5}"/>
                </a:ext>
              </a:extLst>
            </p:cNvPr>
            <p:cNvSpPr/>
            <p:nvPr/>
          </p:nvSpPr>
          <p:spPr>
            <a:xfrm>
              <a:off x="699675" y="6353775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0" name="타원 559">
              <a:extLst>
                <a:ext uri="{FF2B5EF4-FFF2-40B4-BE49-F238E27FC236}">
                  <a16:creationId xmlns:a16="http://schemas.microsoft.com/office/drawing/2014/main" id="{D35D1796-A45A-90E8-A0ED-5D607457B34D}"/>
                </a:ext>
              </a:extLst>
            </p:cNvPr>
            <p:cNvSpPr/>
            <p:nvPr/>
          </p:nvSpPr>
          <p:spPr>
            <a:xfrm>
              <a:off x="699675" y="6173775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1" name="타원 560">
              <a:extLst>
                <a:ext uri="{FF2B5EF4-FFF2-40B4-BE49-F238E27FC236}">
                  <a16:creationId xmlns:a16="http://schemas.microsoft.com/office/drawing/2014/main" id="{F4EA306F-23FA-4D40-6C86-E4244AE4422D}"/>
                </a:ext>
              </a:extLst>
            </p:cNvPr>
            <p:cNvSpPr/>
            <p:nvPr/>
          </p:nvSpPr>
          <p:spPr>
            <a:xfrm>
              <a:off x="699675" y="5813775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2" name="타원 561">
              <a:extLst>
                <a:ext uri="{FF2B5EF4-FFF2-40B4-BE49-F238E27FC236}">
                  <a16:creationId xmlns:a16="http://schemas.microsoft.com/office/drawing/2014/main" id="{B25D4C93-EDB9-1D9B-82F3-000F2C4D524E}"/>
                </a:ext>
              </a:extLst>
            </p:cNvPr>
            <p:cNvSpPr/>
            <p:nvPr/>
          </p:nvSpPr>
          <p:spPr>
            <a:xfrm>
              <a:off x="2499675" y="6353775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3" name="타원 562">
              <a:extLst>
                <a:ext uri="{FF2B5EF4-FFF2-40B4-BE49-F238E27FC236}">
                  <a16:creationId xmlns:a16="http://schemas.microsoft.com/office/drawing/2014/main" id="{7A0938A3-1C90-AB4E-6E02-5CC599F86E6D}"/>
                </a:ext>
              </a:extLst>
            </p:cNvPr>
            <p:cNvSpPr/>
            <p:nvPr/>
          </p:nvSpPr>
          <p:spPr>
            <a:xfrm>
              <a:off x="2499675" y="6173775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4" name="타원 563">
              <a:extLst>
                <a:ext uri="{FF2B5EF4-FFF2-40B4-BE49-F238E27FC236}">
                  <a16:creationId xmlns:a16="http://schemas.microsoft.com/office/drawing/2014/main" id="{1AD446B0-18B6-C116-7C64-709492FDB6AC}"/>
                </a:ext>
              </a:extLst>
            </p:cNvPr>
            <p:cNvSpPr/>
            <p:nvPr/>
          </p:nvSpPr>
          <p:spPr>
            <a:xfrm>
              <a:off x="2499675" y="5993775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5" name="타원 564">
              <a:extLst>
                <a:ext uri="{FF2B5EF4-FFF2-40B4-BE49-F238E27FC236}">
                  <a16:creationId xmlns:a16="http://schemas.microsoft.com/office/drawing/2014/main" id="{5A7C8411-E253-CB8F-94BB-EBD8C618E30E}"/>
                </a:ext>
              </a:extLst>
            </p:cNvPr>
            <p:cNvSpPr/>
            <p:nvPr/>
          </p:nvSpPr>
          <p:spPr>
            <a:xfrm>
              <a:off x="699675" y="5993775"/>
              <a:ext cx="108000" cy="108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3</a:t>
              </a:r>
              <a:endParaRPr lang="ko-KR" altLang="en-US" sz="1600" dirty="0"/>
            </a:p>
          </p:txBody>
        </p:sp>
        <p:sp>
          <p:nvSpPr>
            <p:cNvPr id="568" name="타원 567">
              <a:extLst>
                <a:ext uri="{FF2B5EF4-FFF2-40B4-BE49-F238E27FC236}">
                  <a16:creationId xmlns:a16="http://schemas.microsoft.com/office/drawing/2014/main" id="{83042770-2D57-3EAA-188C-9CB1129E983C}"/>
                </a:ext>
              </a:extLst>
            </p:cNvPr>
            <p:cNvSpPr/>
            <p:nvPr/>
          </p:nvSpPr>
          <p:spPr>
            <a:xfrm>
              <a:off x="1167675" y="5633775"/>
              <a:ext cx="180000" cy="180000"/>
            </a:xfrm>
            <a:prstGeom prst="ellipse">
              <a:avLst/>
            </a:prstGeom>
            <a:solidFill>
              <a:schemeClr val="accent4"/>
            </a:solidFill>
            <a:ln w="25400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128" name="타원 127">
              <a:extLst>
                <a:ext uri="{FF2B5EF4-FFF2-40B4-BE49-F238E27FC236}">
                  <a16:creationId xmlns:a16="http://schemas.microsoft.com/office/drawing/2014/main" id="{09EB7CFB-FB22-3905-513F-68603F8C09D4}"/>
                </a:ext>
              </a:extLst>
            </p:cNvPr>
            <p:cNvSpPr/>
            <p:nvPr/>
          </p:nvSpPr>
          <p:spPr>
            <a:xfrm>
              <a:off x="699675" y="5633775"/>
              <a:ext cx="108000" cy="108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2</a:t>
              </a:r>
              <a:endParaRPr lang="ko-KR" altLang="en-US" sz="1801" dirty="0">
                <a:solidFill>
                  <a:schemeClr val="bg1"/>
                </a:solidFill>
              </a:endParaRPr>
            </a:p>
          </p:txBody>
        </p:sp>
        <p:sp>
          <p:nvSpPr>
            <p:cNvPr id="138" name="타원 137">
              <a:extLst>
                <a:ext uri="{FF2B5EF4-FFF2-40B4-BE49-F238E27FC236}">
                  <a16:creationId xmlns:a16="http://schemas.microsoft.com/office/drawing/2014/main" id="{3F7A4094-913B-A00A-7841-6B54F44C33D7}"/>
                </a:ext>
              </a:extLst>
            </p:cNvPr>
            <p:cNvSpPr/>
            <p:nvPr/>
          </p:nvSpPr>
          <p:spPr>
            <a:xfrm>
              <a:off x="699675" y="6533775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9" name="타원 138">
              <a:extLst>
                <a:ext uri="{FF2B5EF4-FFF2-40B4-BE49-F238E27FC236}">
                  <a16:creationId xmlns:a16="http://schemas.microsoft.com/office/drawing/2014/main" id="{E964D5B4-CEFC-012E-6DF3-A27CD487797E}"/>
                </a:ext>
              </a:extLst>
            </p:cNvPr>
            <p:cNvSpPr/>
            <p:nvPr/>
          </p:nvSpPr>
          <p:spPr>
            <a:xfrm>
              <a:off x="699675" y="6713775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2" name="타원 141">
              <a:extLst>
                <a:ext uri="{FF2B5EF4-FFF2-40B4-BE49-F238E27FC236}">
                  <a16:creationId xmlns:a16="http://schemas.microsoft.com/office/drawing/2014/main" id="{C59CF9B9-D1F9-BAB5-4C5C-1A1EF8851153}"/>
                </a:ext>
              </a:extLst>
            </p:cNvPr>
            <p:cNvSpPr/>
            <p:nvPr/>
          </p:nvSpPr>
          <p:spPr>
            <a:xfrm>
              <a:off x="699675" y="6893775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6" name="타원 145">
              <a:extLst>
                <a:ext uri="{FF2B5EF4-FFF2-40B4-BE49-F238E27FC236}">
                  <a16:creationId xmlns:a16="http://schemas.microsoft.com/office/drawing/2014/main" id="{B72031C7-0CF5-47AE-FDB8-ACBC8DE54E57}"/>
                </a:ext>
              </a:extLst>
            </p:cNvPr>
            <p:cNvSpPr/>
            <p:nvPr/>
          </p:nvSpPr>
          <p:spPr>
            <a:xfrm>
              <a:off x="2499675" y="5633775"/>
              <a:ext cx="108000" cy="108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1</a:t>
              </a:r>
              <a:endParaRPr lang="ko-KR" altLang="en-US" sz="1600" dirty="0"/>
            </a:p>
          </p:txBody>
        </p:sp>
        <p:sp>
          <p:nvSpPr>
            <p:cNvPr id="156" name="타원 155">
              <a:extLst>
                <a:ext uri="{FF2B5EF4-FFF2-40B4-BE49-F238E27FC236}">
                  <a16:creationId xmlns:a16="http://schemas.microsoft.com/office/drawing/2014/main" id="{F44FD3E8-F60E-7B0F-35F5-0860D256807F}"/>
                </a:ext>
              </a:extLst>
            </p:cNvPr>
            <p:cNvSpPr/>
            <p:nvPr/>
          </p:nvSpPr>
          <p:spPr>
            <a:xfrm>
              <a:off x="2499675" y="6893775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7" name="타원 156">
              <a:extLst>
                <a:ext uri="{FF2B5EF4-FFF2-40B4-BE49-F238E27FC236}">
                  <a16:creationId xmlns:a16="http://schemas.microsoft.com/office/drawing/2014/main" id="{BC67B194-AE9C-CC7D-80C4-E0D715722FE8}"/>
                </a:ext>
              </a:extLst>
            </p:cNvPr>
            <p:cNvSpPr/>
            <p:nvPr/>
          </p:nvSpPr>
          <p:spPr>
            <a:xfrm>
              <a:off x="2499675" y="6533775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8" name="타원 157">
              <a:extLst>
                <a:ext uri="{FF2B5EF4-FFF2-40B4-BE49-F238E27FC236}">
                  <a16:creationId xmlns:a16="http://schemas.microsoft.com/office/drawing/2014/main" id="{E8D1D1C6-EBFD-F121-7D84-66210EE28CAF}"/>
                </a:ext>
              </a:extLst>
            </p:cNvPr>
            <p:cNvSpPr/>
            <p:nvPr/>
          </p:nvSpPr>
          <p:spPr>
            <a:xfrm>
              <a:off x="2499675" y="6713775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705" name="연결선: 구부러짐 704">
            <a:extLst>
              <a:ext uri="{FF2B5EF4-FFF2-40B4-BE49-F238E27FC236}">
                <a16:creationId xmlns:a16="http://schemas.microsoft.com/office/drawing/2014/main" id="{8C921F68-CE43-B4AB-89F8-FA2999768709}"/>
              </a:ext>
            </a:extLst>
          </p:cNvPr>
          <p:cNvCxnSpPr>
            <a:cxnSpLocks/>
            <a:stCxn id="564" idx="6"/>
            <a:endCxn id="10" idx="6"/>
          </p:cNvCxnSpPr>
          <p:nvPr/>
        </p:nvCxnSpPr>
        <p:spPr>
          <a:xfrm flipV="1">
            <a:off x="2988000" y="2934000"/>
            <a:ext cx="432000" cy="900000"/>
          </a:xfrm>
          <a:prstGeom prst="curvedConnector3">
            <a:avLst>
              <a:gd name="adj1" fmla="val 50000"/>
            </a:avLst>
          </a:prstGeom>
          <a:ln w="15875">
            <a:solidFill>
              <a:srgbClr val="CC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8" name="연결선: 구부러짐 707">
            <a:extLst>
              <a:ext uri="{FF2B5EF4-FFF2-40B4-BE49-F238E27FC236}">
                <a16:creationId xmlns:a16="http://schemas.microsoft.com/office/drawing/2014/main" id="{136974D3-600A-EB81-1525-B6202E1A5153}"/>
              </a:ext>
            </a:extLst>
          </p:cNvPr>
          <p:cNvCxnSpPr>
            <a:cxnSpLocks/>
            <a:stCxn id="560" idx="6"/>
            <a:endCxn id="54" idx="6"/>
          </p:cNvCxnSpPr>
          <p:nvPr/>
        </p:nvCxnSpPr>
        <p:spPr>
          <a:xfrm flipV="1">
            <a:off x="1188000" y="2394000"/>
            <a:ext cx="2232000" cy="1620000"/>
          </a:xfrm>
          <a:prstGeom prst="curvedConnector3">
            <a:avLst>
              <a:gd name="adj1" fmla="val 50000"/>
            </a:avLst>
          </a:prstGeom>
          <a:ln w="15875">
            <a:solidFill>
              <a:srgbClr val="CC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1" name="연결선: 구부러짐 710">
            <a:extLst>
              <a:ext uri="{FF2B5EF4-FFF2-40B4-BE49-F238E27FC236}">
                <a16:creationId xmlns:a16="http://schemas.microsoft.com/office/drawing/2014/main" id="{56513FAA-FC0D-BFD8-2CB5-D8118238F026}"/>
              </a:ext>
            </a:extLst>
          </p:cNvPr>
          <p:cNvCxnSpPr>
            <a:cxnSpLocks/>
            <a:stCxn id="563" idx="6"/>
            <a:endCxn id="56" idx="6"/>
          </p:cNvCxnSpPr>
          <p:nvPr/>
        </p:nvCxnSpPr>
        <p:spPr>
          <a:xfrm flipV="1">
            <a:off x="2988000" y="3114000"/>
            <a:ext cx="432000" cy="900000"/>
          </a:xfrm>
          <a:prstGeom prst="curvedConnector3">
            <a:avLst>
              <a:gd name="adj1" fmla="val 50000"/>
            </a:avLst>
          </a:prstGeom>
          <a:ln w="15875">
            <a:solidFill>
              <a:srgbClr val="CC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4" name="연결선: 구부러짐 713">
            <a:extLst>
              <a:ext uri="{FF2B5EF4-FFF2-40B4-BE49-F238E27FC236}">
                <a16:creationId xmlns:a16="http://schemas.microsoft.com/office/drawing/2014/main" id="{681A4C69-C45A-7A6F-B973-BCA9556102E3}"/>
              </a:ext>
            </a:extLst>
          </p:cNvPr>
          <p:cNvCxnSpPr>
            <a:cxnSpLocks/>
            <a:stCxn id="559" idx="6"/>
            <a:endCxn id="61" idx="6"/>
          </p:cNvCxnSpPr>
          <p:nvPr/>
        </p:nvCxnSpPr>
        <p:spPr>
          <a:xfrm flipV="1">
            <a:off x="1188000" y="2574000"/>
            <a:ext cx="2232000" cy="1620000"/>
          </a:xfrm>
          <a:prstGeom prst="curvedConnector3">
            <a:avLst>
              <a:gd name="adj1" fmla="val 50000"/>
            </a:avLst>
          </a:prstGeom>
          <a:ln w="15875">
            <a:solidFill>
              <a:srgbClr val="CC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2" name="연결선: 구부러짐 721">
            <a:extLst>
              <a:ext uri="{FF2B5EF4-FFF2-40B4-BE49-F238E27FC236}">
                <a16:creationId xmlns:a16="http://schemas.microsoft.com/office/drawing/2014/main" id="{2690DA27-CFD8-1860-2712-24274CD8BD49}"/>
              </a:ext>
            </a:extLst>
          </p:cNvPr>
          <p:cNvCxnSpPr>
            <a:cxnSpLocks/>
            <a:stCxn id="562" idx="6"/>
            <a:endCxn id="55" idx="6"/>
          </p:cNvCxnSpPr>
          <p:nvPr/>
        </p:nvCxnSpPr>
        <p:spPr>
          <a:xfrm flipV="1">
            <a:off x="2988000" y="3294000"/>
            <a:ext cx="432000" cy="900000"/>
          </a:xfrm>
          <a:prstGeom prst="curvedConnector3">
            <a:avLst>
              <a:gd name="adj1" fmla="val 50000"/>
            </a:avLst>
          </a:prstGeom>
          <a:ln w="15875">
            <a:solidFill>
              <a:srgbClr val="CC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5" name="연결선: 구부러짐 724">
            <a:extLst>
              <a:ext uri="{FF2B5EF4-FFF2-40B4-BE49-F238E27FC236}">
                <a16:creationId xmlns:a16="http://schemas.microsoft.com/office/drawing/2014/main" id="{7544CEEE-65B4-D36D-0E2F-4515247FDA4F}"/>
              </a:ext>
            </a:extLst>
          </p:cNvPr>
          <p:cNvCxnSpPr>
            <a:cxnSpLocks/>
            <a:stCxn id="558" idx="6"/>
            <a:endCxn id="60" idx="6"/>
          </p:cNvCxnSpPr>
          <p:nvPr/>
        </p:nvCxnSpPr>
        <p:spPr>
          <a:xfrm flipV="1">
            <a:off x="2988000" y="2754000"/>
            <a:ext cx="432000" cy="900000"/>
          </a:xfrm>
          <a:prstGeom prst="curvedConnector3">
            <a:avLst>
              <a:gd name="adj1" fmla="val 50000"/>
            </a:avLst>
          </a:prstGeom>
          <a:ln w="15875">
            <a:solidFill>
              <a:srgbClr val="CC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1" name="그룹 220">
            <a:extLst>
              <a:ext uri="{FF2B5EF4-FFF2-40B4-BE49-F238E27FC236}">
                <a16:creationId xmlns:a16="http://schemas.microsoft.com/office/drawing/2014/main" id="{93B18162-3B30-5756-54B6-906ED24BC7F1}"/>
              </a:ext>
            </a:extLst>
          </p:cNvPr>
          <p:cNvGrpSpPr/>
          <p:nvPr/>
        </p:nvGrpSpPr>
        <p:grpSpPr>
          <a:xfrm>
            <a:off x="2412000" y="2556000"/>
            <a:ext cx="792000" cy="756000"/>
            <a:chOff x="2394000" y="2538000"/>
            <a:chExt cx="792000" cy="756000"/>
          </a:xfrm>
        </p:grpSpPr>
        <p:sp>
          <p:nvSpPr>
            <p:cNvPr id="546" name="직사각형 545">
              <a:extLst>
                <a:ext uri="{FF2B5EF4-FFF2-40B4-BE49-F238E27FC236}">
                  <a16:creationId xmlns:a16="http://schemas.microsoft.com/office/drawing/2014/main" id="{C0D6050F-C8A1-1714-2263-D52A60B644DA}"/>
                </a:ext>
              </a:extLst>
            </p:cNvPr>
            <p:cNvSpPr/>
            <p:nvPr/>
          </p:nvSpPr>
          <p:spPr>
            <a:xfrm rot="5400000">
              <a:off x="2412000" y="2520000"/>
              <a:ext cx="756000" cy="792000"/>
            </a:xfrm>
            <a:prstGeom prst="rect">
              <a:avLst/>
            </a:prstGeom>
            <a:solidFill>
              <a:schemeClr val="accent2">
                <a:lumMod val="75000"/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7" name="타원 546">
              <a:extLst>
                <a:ext uri="{FF2B5EF4-FFF2-40B4-BE49-F238E27FC236}">
                  <a16:creationId xmlns:a16="http://schemas.microsoft.com/office/drawing/2014/main" id="{5D23AC57-FBB2-A4E6-E1BD-83F15D6C6FF7}"/>
                </a:ext>
              </a:extLst>
            </p:cNvPr>
            <p:cNvSpPr/>
            <p:nvPr/>
          </p:nvSpPr>
          <p:spPr>
            <a:xfrm rot="5400000">
              <a:off x="3042000" y="2682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8" name="타원 547">
              <a:extLst>
                <a:ext uri="{FF2B5EF4-FFF2-40B4-BE49-F238E27FC236}">
                  <a16:creationId xmlns:a16="http://schemas.microsoft.com/office/drawing/2014/main" id="{EF0CA013-BCF4-395D-F008-DB466CEC2D40}"/>
                </a:ext>
              </a:extLst>
            </p:cNvPr>
            <p:cNvSpPr/>
            <p:nvPr/>
          </p:nvSpPr>
          <p:spPr>
            <a:xfrm rot="5400000">
              <a:off x="3042000" y="2862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549" name="타원 548">
              <a:extLst>
                <a:ext uri="{FF2B5EF4-FFF2-40B4-BE49-F238E27FC236}">
                  <a16:creationId xmlns:a16="http://schemas.microsoft.com/office/drawing/2014/main" id="{12ADCCCC-3856-A580-18D7-5CD4A6E44B3D}"/>
                </a:ext>
              </a:extLst>
            </p:cNvPr>
            <p:cNvSpPr/>
            <p:nvPr/>
          </p:nvSpPr>
          <p:spPr>
            <a:xfrm rot="5400000">
              <a:off x="3042000" y="3042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340" name="그룹 339">
            <a:extLst>
              <a:ext uri="{FF2B5EF4-FFF2-40B4-BE49-F238E27FC236}">
                <a16:creationId xmlns:a16="http://schemas.microsoft.com/office/drawing/2014/main" id="{3284CC6D-CCD0-DF4B-72ED-DEA77E3F4D6A}"/>
              </a:ext>
            </a:extLst>
          </p:cNvPr>
          <p:cNvGrpSpPr/>
          <p:nvPr/>
        </p:nvGrpSpPr>
        <p:grpSpPr>
          <a:xfrm>
            <a:off x="3456000" y="3960000"/>
            <a:ext cx="936000" cy="432000"/>
            <a:chOff x="3456000" y="3924000"/>
            <a:chExt cx="936000" cy="432000"/>
          </a:xfrm>
        </p:grpSpPr>
        <p:sp>
          <p:nvSpPr>
            <p:cNvPr id="579" name="직사각형 578">
              <a:extLst>
                <a:ext uri="{FF2B5EF4-FFF2-40B4-BE49-F238E27FC236}">
                  <a16:creationId xmlns:a16="http://schemas.microsoft.com/office/drawing/2014/main" id="{F09714DA-071A-20C4-89FB-34CA79E604E2}"/>
                </a:ext>
              </a:extLst>
            </p:cNvPr>
            <p:cNvSpPr/>
            <p:nvPr/>
          </p:nvSpPr>
          <p:spPr>
            <a:xfrm rot="10800000">
              <a:off x="3456000" y="3924000"/>
              <a:ext cx="936000" cy="432000"/>
            </a:xfrm>
            <a:prstGeom prst="rect">
              <a:avLst/>
            </a:prstGeom>
            <a:solidFill>
              <a:schemeClr val="bg1">
                <a:alpha val="48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0" name="타원 579">
              <a:extLst>
                <a:ext uri="{FF2B5EF4-FFF2-40B4-BE49-F238E27FC236}">
                  <a16:creationId xmlns:a16="http://schemas.microsoft.com/office/drawing/2014/main" id="{3A0B08CE-E5CB-0FF9-5BDF-27F9F8C057F1}"/>
                </a:ext>
              </a:extLst>
            </p:cNvPr>
            <p:cNvSpPr/>
            <p:nvPr/>
          </p:nvSpPr>
          <p:spPr>
            <a:xfrm rot="10800000">
              <a:off x="4140000" y="4104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581" name="타원 580">
              <a:extLst>
                <a:ext uri="{FF2B5EF4-FFF2-40B4-BE49-F238E27FC236}">
                  <a16:creationId xmlns:a16="http://schemas.microsoft.com/office/drawing/2014/main" id="{9BF631AD-E802-88D7-CAEE-89033B0A3A62}"/>
                </a:ext>
              </a:extLst>
            </p:cNvPr>
            <p:cNvSpPr/>
            <p:nvPr/>
          </p:nvSpPr>
          <p:spPr>
            <a:xfrm rot="10800000">
              <a:off x="3960000" y="4104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2" name="타원 581">
              <a:extLst>
                <a:ext uri="{FF2B5EF4-FFF2-40B4-BE49-F238E27FC236}">
                  <a16:creationId xmlns:a16="http://schemas.microsoft.com/office/drawing/2014/main" id="{44A1CFCB-D8EE-2EED-B73A-21D9D7F32422}"/>
                </a:ext>
              </a:extLst>
            </p:cNvPr>
            <p:cNvSpPr/>
            <p:nvPr/>
          </p:nvSpPr>
          <p:spPr>
            <a:xfrm rot="10800000">
              <a:off x="3780000" y="4104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3" name="타원 582">
              <a:extLst>
                <a:ext uri="{FF2B5EF4-FFF2-40B4-BE49-F238E27FC236}">
                  <a16:creationId xmlns:a16="http://schemas.microsoft.com/office/drawing/2014/main" id="{24B28D33-5A50-5805-E9F1-D87ED6EE6525}"/>
                </a:ext>
              </a:extLst>
            </p:cNvPr>
            <p:cNvSpPr/>
            <p:nvPr/>
          </p:nvSpPr>
          <p:spPr>
            <a:xfrm rot="10800000">
              <a:off x="3600000" y="4104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92D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622" name="연결선: 구부러짐 621">
            <a:extLst>
              <a:ext uri="{FF2B5EF4-FFF2-40B4-BE49-F238E27FC236}">
                <a16:creationId xmlns:a16="http://schemas.microsoft.com/office/drawing/2014/main" id="{628C10BB-6559-2B78-B904-B3C5348E9BAD}"/>
              </a:ext>
            </a:extLst>
          </p:cNvPr>
          <p:cNvCxnSpPr>
            <a:cxnSpLocks/>
            <a:stCxn id="182" idx="4"/>
            <a:endCxn id="586" idx="2"/>
          </p:cNvCxnSpPr>
          <p:nvPr/>
        </p:nvCxnSpPr>
        <p:spPr>
          <a:xfrm rot="16200000" flipH="1">
            <a:off x="2934667" y="4068667"/>
            <a:ext cx="844667" cy="486000"/>
          </a:xfrm>
          <a:prstGeom prst="curvedConnector2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6" name="연결선: 구부러짐 625">
            <a:extLst>
              <a:ext uri="{FF2B5EF4-FFF2-40B4-BE49-F238E27FC236}">
                <a16:creationId xmlns:a16="http://schemas.microsoft.com/office/drawing/2014/main" id="{01DCB98A-48AB-8DB4-41D2-9AD8387D1986}"/>
              </a:ext>
            </a:extLst>
          </p:cNvPr>
          <p:cNvCxnSpPr>
            <a:cxnSpLocks/>
            <a:stCxn id="679" idx="7"/>
            <a:endCxn id="314" idx="7"/>
          </p:cNvCxnSpPr>
          <p:nvPr/>
        </p:nvCxnSpPr>
        <p:spPr>
          <a:xfrm rot="5400000" flipH="1" flipV="1">
            <a:off x="4104000" y="2124001"/>
            <a:ext cx="1" cy="463632"/>
          </a:xfrm>
          <a:prstGeom prst="curvedConnector3">
            <a:avLst>
              <a:gd name="adj1" fmla="val 2147483646"/>
            </a:avLst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7" name="연결선: 구부러짐 636">
            <a:extLst>
              <a:ext uri="{FF2B5EF4-FFF2-40B4-BE49-F238E27FC236}">
                <a16:creationId xmlns:a16="http://schemas.microsoft.com/office/drawing/2014/main" id="{18BCCD54-2F88-4CFA-0D55-01A67A47F1CA}"/>
              </a:ext>
            </a:extLst>
          </p:cNvPr>
          <p:cNvCxnSpPr>
            <a:cxnSpLocks/>
            <a:stCxn id="582" idx="4"/>
            <a:endCxn id="50" idx="6"/>
          </p:cNvCxnSpPr>
          <p:nvPr/>
        </p:nvCxnSpPr>
        <p:spPr>
          <a:xfrm rot="5400000" flipH="1" flipV="1">
            <a:off x="3834000" y="3474000"/>
            <a:ext cx="666000" cy="666000"/>
          </a:xfrm>
          <a:prstGeom prst="curvedConnector2">
            <a:avLst/>
          </a:prstGeom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연결선: 구부러짐 640">
            <a:extLst>
              <a:ext uri="{FF2B5EF4-FFF2-40B4-BE49-F238E27FC236}">
                <a16:creationId xmlns:a16="http://schemas.microsoft.com/office/drawing/2014/main" id="{3EECDEEE-03BE-1AC0-DBB2-FBDEA89A57AC}"/>
              </a:ext>
            </a:extLst>
          </p:cNvPr>
          <p:cNvCxnSpPr>
            <a:cxnSpLocks/>
            <a:stCxn id="581" idx="1"/>
            <a:endCxn id="26" idx="2"/>
          </p:cNvCxnSpPr>
          <p:nvPr/>
        </p:nvCxnSpPr>
        <p:spPr>
          <a:xfrm rot="5400000" flipH="1" flipV="1">
            <a:off x="3591000" y="3215184"/>
            <a:ext cx="1478184" cy="555816"/>
          </a:xfrm>
          <a:prstGeom prst="curvedConnector4">
            <a:avLst>
              <a:gd name="adj1" fmla="val -6010"/>
              <a:gd name="adj2" fmla="val 141129"/>
            </a:avLst>
          </a:prstGeom>
          <a:ln w="158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7" name="연결선: 구부러짐 646">
            <a:extLst>
              <a:ext uri="{FF2B5EF4-FFF2-40B4-BE49-F238E27FC236}">
                <a16:creationId xmlns:a16="http://schemas.microsoft.com/office/drawing/2014/main" id="{4539E850-E828-E506-ADAE-49548D7D794B}"/>
              </a:ext>
            </a:extLst>
          </p:cNvPr>
          <p:cNvCxnSpPr>
            <a:cxnSpLocks/>
            <a:stCxn id="27" idx="2"/>
            <a:endCxn id="697" idx="6"/>
          </p:cNvCxnSpPr>
          <p:nvPr/>
        </p:nvCxnSpPr>
        <p:spPr>
          <a:xfrm>
            <a:off x="4608000" y="2574000"/>
            <a:ext cx="12700" cy="540000"/>
          </a:xfrm>
          <a:prstGeom prst="curvedConnector3">
            <a:avLst>
              <a:gd name="adj1" fmla="val 1800000"/>
            </a:avLst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1" name="연결선: 구부러짐 650">
            <a:extLst>
              <a:ext uri="{FF2B5EF4-FFF2-40B4-BE49-F238E27FC236}">
                <a16:creationId xmlns:a16="http://schemas.microsoft.com/office/drawing/2014/main" id="{AE4FD075-FEDF-277B-517F-F7F9F4E1404E}"/>
              </a:ext>
            </a:extLst>
          </p:cNvPr>
          <p:cNvCxnSpPr>
            <a:cxnSpLocks/>
            <a:stCxn id="373" idx="2"/>
            <a:endCxn id="548" idx="0"/>
          </p:cNvCxnSpPr>
          <p:nvPr/>
        </p:nvCxnSpPr>
        <p:spPr>
          <a:xfrm rot="10800000">
            <a:off x="3168000" y="2934000"/>
            <a:ext cx="972000" cy="1800000"/>
          </a:xfrm>
          <a:prstGeom prst="curvedConnector3">
            <a:avLst>
              <a:gd name="adj1" fmla="val 50000"/>
            </a:avLst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4" name="연결선: 구부러짐 653">
            <a:extLst>
              <a:ext uri="{FF2B5EF4-FFF2-40B4-BE49-F238E27FC236}">
                <a16:creationId xmlns:a16="http://schemas.microsoft.com/office/drawing/2014/main" id="{149ECCDF-1661-A0AB-63F2-781AE2170F32}"/>
              </a:ext>
            </a:extLst>
          </p:cNvPr>
          <p:cNvCxnSpPr>
            <a:cxnSpLocks/>
            <a:stCxn id="128" idx="7"/>
            <a:endCxn id="556" idx="2"/>
          </p:cNvCxnSpPr>
          <p:nvPr/>
        </p:nvCxnSpPr>
        <p:spPr>
          <a:xfrm rot="5400000" flipH="1" flipV="1">
            <a:off x="1325184" y="2601000"/>
            <a:ext cx="681816" cy="987816"/>
          </a:xfrm>
          <a:prstGeom prst="curvedConnector2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0" name="연결선: 구부러짐 659">
            <a:extLst>
              <a:ext uri="{FF2B5EF4-FFF2-40B4-BE49-F238E27FC236}">
                <a16:creationId xmlns:a16="http://schemas.microsoft.com/office/drawing/2014/main" id="{C365DEE3-985D-9D76-F21C-A966A92050C0}"/>
              </a:ext>
            </a:extLst>
          </p:cNvPr>
          <p:cNvCxnSpPr>
            <a:cxnSpLocks/>
            <a:stCxn id="555" idx="4"/>
            <a:endCxn id="565" idx="2"/>
          </p:cNvCxnSpPr>
          <p:nvPr/>
        </p:nvCxnSpPr>
        <p:spPr>
          <a:xfrm rot="10800000" flipV="1">
            <a:off x="1080000" y="2574000"/>
            <a:ext cx="1080000" cy="1260000"/>
          </a:xfrm>
          <a:prstGeom prst="curvedConnector3">
            <a:avLst>
              <a:gd name="adj1" fmla="val 107497"/>
            </a:avLst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9" name="연결선: 구부러짐 628">
            <a:extLst>
              <a:ext uri="{FF2B5EF4-FFF2-40B4-BE49-F238E27FC236}">
                <a16:creationId xmlns:a16="http://schemas.microsoft.com/office/drawing/2014/main" id="{D88A4B6F-E465-F94C-8F1E-38408DF83A50}"/>
              </a:ext>
            </a:extLst>
          </p:cNvPr>
          <p:cNvCxnSpPr>
            <a:cxnSpLocks/>
            <a:stCxn id="681" idx="4"/>
            <a:endCxn id="547" idx="4"/>
          </p:cNvCxnSpPr>
          <p:nvPr/>
        </p:nvCxnSpPr>
        <p:spPr>
          <a:xfrm rot="16200000" flipH="1">
            <a:off x="2754001" y="2448000"/>
            <a:ext cx="305999" cy="306000"/>
          </a:xfrm>
          <a:prstGeom prst="curvedConnector2">
            <a:avLst/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4" name="연결선: 구부러짐 733">
            <a:extLst>
              <a:ext uri="{FF2B5EF4-FFF2-40B4-BE49-F238E27FC236}">
                <a16:creationId xmlns:a16="http://schemas.microsoft.com/office/drawing/2014/main" id="{FD9513B4-8F9B-0445-3866-DB7534B5D15D}"/>
              </a:ext>
            </a:extLst>
          </p:cNvPr>
          <p:cNvCxnSpPr>
            <a:cxnSpLocks/>
            <a:stCxn id="583" idx="4"/>
            <a:endCxn id="57" idx="6"/>
          </p:cNvCxnSpPr>
          <p:nvPr/>
        </p:nvCxnSpPr>
        <p:spPr>
          <a:xfrm rot="5400000" flipH="1" flipV="1">
            <a:off x="3654000" y="3294000"/>
            <a:ext cx="846000" cy="846000"/>
          </a:xfrm>
          <a:prstGeom prst="curvedConnector2">
            <a:avLst/>
          </a:prstGeom>
          <a:ln w="15875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9" name="연결선: 구부러짐 778">
            <a:extLst>
              <a:ext uri="{FF2B5EF4-FFF2-40B4-BE49-F238E27FC236}">
                <a16:creationId xmlns:a16="http://schemas.microsoft.com/office/drawing/2014/main" id="{0C140A7D-7301-855C-4DAB-45DBEC904FBA}"/>
              </a:ext>
            </a:extLst>
          </p:cNvPr>
          <p:cNvCxnSpPr>
            <a:cxnSpLocks/>
            <a:stCxn id="321" idx="2"/>
            <a:endCxn id="587" idx="6"/>
          </p:cNvCxnSpPr>
          <p:nvPr/>
        </p:nvCxnSpPr>
        <p:spPr>
          <a:xfrm>
            <a:off x="4428000" y="2754000"/>
            <a:ext cx="12700" cy="1980001"/>
          </a:xfrm>
          <a:prstGeom prst="curvedConnector3">
            <a:avLst>
              <a:gd name="adj1" fmla="val 1800000"/>
            </a:avLst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0" name="TextBox 809">
            <a:extLst>
              <a:ext uri="{FF2B5EF4-FFF2-40B4-BE49-F238E27FC236}">
                <a16:creationId xmlns:a16="http://schemas.microsoft.com/office/drawing/2014/main" id="{73C1937F-262A-15F8-B16D-97D9AE30413E}"/>
              </a:ext>
            </a:extLst>
          </p:cNvPr>
          <p:cNvSpPr txBox="1"/>
          <p:nvPr/>
        </p:nvSpPr>
        <p:spPr>
          <a:xfrm>
            <a:off x="5400000" y="540000"/>
            <a:ext cx="4320000" cy="5678478"/>
          </a:xfrm>
          <a:prstGeom prst="rect">
            <a:avLst/>
          </a:prstGeom>
          <a:noFill/>
        </p:spPr>
        <p:txBody>
          <a:bodyPr wrap="square" lIns="72000" rIns="72000" rtlCol="0">
            <a:spAutoFit/>
          </a:bodyPr>
          <a:lstStyle/>
          <a:p>
            <a:pPr marL="228600" indent="-228600">
              <a:buAutoNum type="arabicPeriod"/>
            </a:pPr>
            <a:r>
              <a:rPr lang="en-US" altLang="ko-KR" sz="1100" dirty="0"/>
              <a:t>Buck module: remove pins, solder only 5V pin, remove spacer. Place on PCB, fold 5V pin toward C and solder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Red wire upside through W and I, fold toward V and J respectively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Solder boost module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Boost Vo underside red wire to I-J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Boost Vo upside red wire to R pass-through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Braid together 1 strand each of black and wrapper wires, solder through X from underside then back through Y point toward T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Prepare C3:</a:t>
            </a:r>
          </a:p>
          <a:p>
            <a:pPr marL="360000" lvl="1" indent="-171450">
              <a:buFont typeface="Arial" panose="020B0604020202020204" pitchFamily="34" charset="0"/>
              <a:buChar char="•"/>
            </a:pPr>
            <a:r>
              <a:rPr lang="en-US" altLang="ko-KR" sz="1100" dirty="0"/>
              <a:t>Solder all pins except G and A</a:t>
            </a:r>
          </a:p>
          <a:p>
            <a:pPr marL="360000" lvl="1" indent="-171450">
              <a:buFont typeface="Arial" panose="020B0604020202020204" pitchFamily="34" charset="0"/>
              <a:buChar char="•"/>
            </a:pPr>
            <a:r>
              <a:rPr lang="en-US" altLang="ko-KR" sz="1100" dirty="0"/>
              <a:t>Yellow core pins point up, soldered underside. Violet I/O pins should have enough length underside to solder to PCB</a:t>
            </a:r>
          </a:p>
          <a:p>
            <a:pPr marL="360000" lvl="1" indent="-171450">
              <a:buFont typeface="Arial" panose="020B0604020202020204" pitchFamily="34" charset="0"/>
              <a:buChar char="•"/>
            </a:pPr>
            <a:r>
              <a:rPr lang="en-US" altLang="ko-KR" sz="1100" dirty="0"/>
              <a:t>Remove upper spacers, Keep lower spacers</a:t>
            </a:r>
          </a:p>
          <a:p>
            <a:pPr marL="360000" lvl="1" indent="-171450">
              <a:buFont typeface="Arial" panose="020B0604020202020204" pitchFamily="34" charset="0"/>
              <a:buChar char="•"/>
            </a:pPr>
            <a:r>
              <a:rPr lang="en-US" altLang="ko-KR" sz="1100" dirty="0"/>
              <a:t>Solder black wire topside at T and dangles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Place C3, fold V and T pins, solder all. Ensure V-W and Y-T are connected</a:t>
            </a:r>
          </a:p>
          <a:p>
            <a:pPr marL="228600" indent="-228600">
              <a:buAutoNum type="arabicPeriod"/>
            </a:pPr>
            <a:r>
              <a:rPr lang="en-US" altLang="ko-KR" sz="1100" dirty="0"/>
              <a:t>Dangling black wire from T crosses under C3, through PCB at S and soldered to C3 S pin.</a:t>
            </a:r>
          </a:p>
          <a:p>
            <a:pPr marL="228600" indent="-228600">
              <a:buAutoNum type="arabicPeriod"/>
            </a:pPr>
            <a:r>
              <a:rPr lang="en-US" altLang="ko-KR" sz="1100" dirty="0"/>
              <a:t>Solder 100K underside, through B and A (up to C3)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Solder transistor underside at D, G (up to C3), S. Ensure everything is connected at S (C3 pin, black wire from T, TR sink)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Solder 10K underside with solder at K (with 100K) and O (with TR)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Layer insulation tape over TR and resistors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Place and solder 4P connector. Wrap/solder wires underside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Place battery connector, fold pins for easier soldering. Solder wires underside. Blue wire to Boost Vi underside through to B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Relay: clip NC pin and solder underside C, R, I, D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Glue-gun Relay to PCB</a:t>
            </a:r>
          </a:p>
          <a:p>
            <a:pPr marL="228600" indent="-228600">
              <a:buAutoNum type="arabicPeriod"/>
            </a:pPr>
            <a:r>
              <a:rPr lang="en-US" altLang="ko-KR" sz="1100" dirty="0"/>
              <a:t>Populate LoRa pins except 3, 2. Yellow core pins point up. Solder on PCB</a:t>
            </a:r>
          </a:p>
          <a:p>
            <a:pPr marL="228600" indent="-228600">
              <a:buAutoNum type="arabicPeriod"/>
            </a:pPr>
            <a:r>
              <a:rPr lang="en-US" altLang="ko-KR" sz="1100" dirty="0"/>
              <a:t>LoRa 2, 3 are long pass-through underside to Buck module</a:t>
            </a:r>
          </a:p>
          <a:p>
            <a:pPr marL="228600" indent="-228600">
              <a:buAutoNum type="arabicPeriod"/>
            </a:pPr>
            <a:r>
              <a:rPr lang="en-US" altLang="ko-KR" sz="1100" dirty="0"/>
              <a:t>Solder SPI wrapping wires topside</a:t>
            </a:r>
          </a:p>
        </p:txBody>
      </p:sp>
      <p:cxnSp>
        <p:nvCxnSpPr>
          <p:cNvPr id="816" name="연결선: 구부러짐 815">
            <a:extLst>
              <a:ext uri="{FF2B5EF4-FFF2-40B4-BE49-F238E27FC236}">
                <a16:creationId xmlns:a16="http://schemas.microsoft.com/office/drawing/2014/main" id="{20D9393A-DA8D-2061-8033-B62FCB0769F3}"/>
              </a:ext>
            </a:extLst>
          </p:cNvPr>
          <p:cNvCxnSpPr>
            <a:cxnSpLocks/>
            <a:stCxn id="321" idx="2"/>
            <a:endCxn id="580" idx="2"/>
          </p:cNvCxnSpPr>
          <p:nvPr/>
        </p:nvCxnSpPr>
        <p:spPr>
          <a:xfrm flipH="1">
            <a:off x="4248000" y="2754000"/>
            <a:ext cx="180000" cy="1440000"/>
          </a:xfrm>
          <a:prstGeom prst="curvedConnector3">
            <a:avLst>
              <a:gd name="adj1" fmla="val -170215"/>
            </a:avLst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85" name="그룹 684">
            <a:extLst>
              <a:ext uri="{FF2B5EF4-FFF2-40B4-BE49-F238E27FC236}">
                <a16:creationId xmlns:a16="http://schemas.microsoft.com/office/drawing/2014/main" id="{10ECAEF0-554A-529E-5F88-689600C47BD9}"/>
              </a:ext>
            </a:extLst>
          </p:cNvPr>
          <p:cNvGrpSpPr/>
          <p:nvPr/>
        </p:nvGrpSpPr>
        <p:grpSpPr>
          <a:xfrm>
            <a:off x="2268000" y="1080001"/>
            <a:ext cx="2016000" cy="1368000"/>
            <a:chOff x="6840000" y="2160000"/>
            <a:chExt cx="2016000" cy="1368000"/>
          </a:xfrm>
        </p:grpSpPr>
        <p:sp>
          <p:nvSpPr>
            <p:cNvPr id="664" name="직사각형 663">
              <a:extLst>
                <a:ext uri="{FF2B5EF4-FFF2-40B4-BE49-F238E27FC236}">
                  <a16:creationId xmlns:a16="http://schemas.microsoft.com/office/drawing/2014/main" id="{A7BD0EF0-72E6-DF44-6EB8-2B17096C2486}"/>
                </a:ext>
              </a:extLst>
            </p:cNvPr>
            <p:cNvSpPr/>
            <p:nvPr/>
          </p:nvSpPr>
          <p:spPr>
            <a:xfrm>
              <a:off x="6840000" y="2160000"/>
              <a:ext cx="2016000" cy="1080000"/>
            </a:xfrm>
            <a:prstGeom prst="rect">
              <a:avLst/>
            </a:prstGeom>
            <a:solidFill>
              <a:schemeClr val="bg1">
                <a:alpha val="65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cxnSp>
          <p:nvCxnSpPr>
            <p:cNvPr id="666" name="직선 연결선 665">
              <a:extLst>
                <a:ext uri="{FF2B5EF4-FFF2-40B4-BE49-F238E27FC236}">
                  <a16:creationId xmlns:a16="http://schemas.microsoft.com/office/drawing/2014/main" id="{6CF8F3A8-4620-3EC7-18D8-6797D43462F5}"/>
                </a:ext>
              </a:extLst>
            </p:cNvPr>
            <p:cNvCxnSpPr/>
            <p:nvPr/>
          </p:nvCxnSpPr>
          <p:spPr>
            <a:xfrm>
              <a:off x="8748000" y="3239000"/>
              <a:ext cx="0" cy="288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7" name="직선 연결선 666">
              <a:extLst>
                <a:ext uri="{FF2B5EF4-FFF2-40B4-BE49-F238E27FC236}">
                  <a16:creationId xmlns:a16="http://schemas.microsoft.com/office/drawing/2014/main" id="{E3E83A06-7D81-06C1-8EE9-A113B45EFE58}"/>
                </a:ext>
              </a:extLst>
            </p:cNvPr>
            <p:cNvCxnSpPr/>
            <p:nvPr/>
          </p:nvCxnSpPr>
          <p:spPr>
            <a:xfrm>
              <a:off x="8424000" y="3240000"/>
              <a:ext cx="0" cy="288000"/>
            </a:xfrm>
            <a:prstGeom prst="line">
              <a:avLst/>
            </a:prstGeom>
            <a:ln w="254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1" name="직사각형 670">
              <a:extLst>
                <a:ext uri="{FF2B5EF4-FFF2-40B4-BE49-F238E27FC236}">
                  <a16:creationId xmlns:a16="http://schemas.microsoft.com/office/drawing/2014/main" id="{593F01E9-96A0-73E7-F66B-A2CB916FE156}"/>
                </a:ext>
              </a:extLst>
            </p:cNvPr>
            <p:cNvSpPr/>
            <p:nvPr/>
          </p:nvSpPr>
          <p:spPr>
            <a:xfrm>
              <a:off x="6948000" y="3240000"/>
              <a:ext cx="36000" cy="288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72" name="직사각형 671">
              <a:extLst>
                <a:ext uri="{FF2B5EF4-FFF2-40B4-BE49-F238E27FC236}">
                  <a16:creationId xmlns:a16="http://schemas.microsoft.com/office/drawing/2014/main" id="{A6170504-1B2B-61B4-DE25-5BF9F74BA91F}"/>
                </a:ext>
              </a:extLst>
            </p:cNvPr>
            <p:cNvSpPr/>
            <p:nvPr/>
          </p:nvSpPr>
          <p:spPr>
            <a:xfrm>
              <a:off x="7308000" y="3240000"/>
              <a:ext cx="36000" cy="288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73" name="직사각형 672">
              <a:extLst>
                <a:ext uri="{FF2B5EF4-FFF2-40B4-BE49-F238E27FC236}">
                  <a16:creationId xmlns:a16="http://schemas.microsoft.com/office/drawing/2014/main" id="{59399B0E-E188-D404-5C1C-F63D1AA08336}"/>
                </a:ext>
              </a:extLst>
            </p:cNvPr>
            <p:cNvSpPr/>
            <p:nvPr/>
          </p:nvSpPr>
          <p:spPr>
            <a:xfrm>
              <a:off x="7668000" y="3240000"/>
              <a:ext cx="36000" cy="288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79" name="타원 678">
              <a:extLst>
                <a:ext uri="{FF2B5EF4-FFF2-40B4-BE49-F238E27FC236}">
                  <a16:creationId xmlns:a16="http://schemas.microsoft.com/office/drawing/2014/main" id="{23D05417-E73A-C6AD-DC61-BE5A435944AA}"/>
                </a:ext>
              </a:extLst>
            </p:cNvPr>
            <p:cNvSpPr/>
            <p:nvPr/>
          </p:nvSpPr>
          <p:spPr>
            <a:xfrm>
              <a:off x="8352000" y="34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rIns="72000" rtlCol="0" anchor="ctr"/>
            <a:lstStyle/>
            <a:p>
              <a:pPr algn="ctr"/>
              <a:r>
                <a:rPr lang="fr-FR" altLang="ko-KR" sz="601" b="1" dirty="0">
                  <a:solidFill>
                    <a:schemeClr val="tx1"/>
                  </a:solidFill>
                  <a:latin typeface="Cambria" panose="02040503050406030204" pitchFamily="18" charset="0"/>
                </a:rPr>
                <a:t>I</a:t>
              </a:r>
              <a:endParaRPr lang="ko-KR" altLang="en-US" sz="601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680" name="타원 679">
              <a:extLst>
                <a:ext uri="{FF2B5EF4-FFF2-40B4-BE49-F238E27FC236}">
                  <a16:creationId xmlns:a16="http://schemas.microsoft.com/office/drawing/2014/main" id="{D806A602-7CF2-7702-77BA-B80E6DFF9C01}"/>
                </a:ext>
              </a:extLst>
            </p:cNvPr>
            <p:cNvSpPr/>
            <p:nvPr/>
          </p:nvSpPr>
          <p:spPr>
            <a:xfrm>
              <a:off x="8712000" y="34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D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681" name="타원 680">
              <a:extLst>
                <a:ext uri="{FF2B5EF4-FFF2-40B4-BE49-F238E27FC236}">
                  <a16:creationId xmlns:a16="http://schemas.microsoft.com/office/drawing/2014/main" id="{5A531C68-6F85-1D39-0E1A-1575B0C73022}"/>
                </a:ext>
              </a:extLst>
            </p:cNvPr>
            <p:cNvSpPr/>
            <p:nvPr/>
          </p:nvSpPr>
          <p:spPr>
            <a:xfrm>
              <a:off x="7272000" y="34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R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683" name="타원 682">
              <a:extLst>
                <a:ext uri="{FF2B5EF4-FFF2-40B4-BE49-F238E27FC236}">
                  <a16:creationId xmlns:a16="http://schemas.microsoft.com/office/drawing/2014/main" id="{D16A6CE2-3138-B5B7-C0FE-5D51F81723CE}"/>
                </a:ext>
              </a:extLst>
            </p:cNvPr>
            <p:cNvSpPr/>
            <p:nvPr/>
          </p:nvSpPr>
          <p:spPr>
            <a:xfrm>
              <a:off x="6912000" y="34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C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</p:grpSp>
      <p:cxnSp>
        <p:nvCxnSpPr>
          <p:cNvPr id="196" name="연결선: 구부러짐 195">
            <a:extLst>
              <a:ext uri="{FF2B5EF4-FFF2-40B4-BE49-F238E27FC236}">
                <a16:creationId xmlns:a16="http://schemas.microsoft.com/office/drawing/2014/main" id="{FBE62349-AE68-577C-1C1B-558905266BB5}"/>
              </a:ext>
            </a:extLst>
          </p:cNvPr>
          <p:cNvCxnSpPr>
            <a:cxnSpLocks/>
            <a:stCxn id="547" idx="0"/>
            <a:endCxn id="309" idx="4"/>
          </p:cNvCxnSpPr>
          <p:nvPr/>
        </p:nvCxnSpPr>
        <p:spPr>
          <a:xfrm flipV="1">
            <a:off x="3168000" y="2628000"/>
            <a:ext cx="666000" cy="126000"/>
          </a:xfrm>
          <a:prstGeom prst="curvedConnector2">
            <a:avLst/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연결선: 구부러짐 209">
            <a:extLst>
              <a:ext uri="{FF2B5EF4-FFF2-40B4-BE49-F238E27FC236}">
                <a16:creationId xmlns:a16="http://schemas.microsoft.com/office/drawing/2014/main" id="{CCA21C83-4E95-B204-31BB-D2E26A9B6D52}"/>
              </a:ext>
            </a:extLst>
          </p:cNvPr>
          <p:cNvCxnSpPr>
            <a:cxnSpLocks/>
            <a:stCxn id="549" idx="6"/>
            <a:endCxn id="812" idx="0"/>
          </p:cNvCxnSpPr>
          <p:nvPr/>
        </p:nvCxnSpPr>
        <p:spPr>
          <a:xfrm rot="5400000">
            <a:off x="2808000" y="3474000"/>
            <a:ext cx="612000" cy="12700"/>
          </a:xfrm>
          <a:prstGeom prst="curvedConnector3">
            <a:avLst>
              <a:gd name="adj1" fmla="val 50000"/>
            </a:avLst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연결선: 구부러짐 224">
            <a:extLst>
              <a:ext uri="{FF2B5EF4-FFF2-40B4-BE49-F238E27FC236}">
                <a16:creationId xmlns:a16="http://schemas.microsoft.com/office/drawing/2014/main" id="{6C805620-5205-55B6-D49B-AC90F864B2EC}"/>
              </a:ext>
            </a:extLst>
          </p:cNvPr>
          <p:cNvCxnSpPr>
            <a:cxnSpLocks/>
            <a:stCxn id="611" idx="6"/>
            <a:endCxn id="697" idx="2"/>
          </p:cNvCxnSpPr>
          <p:nvPr/>
        </p:nvCxnSpPr>
        <p:spPr>
          <a:xfrm>
            <a:off x="4428002" y="3114000"/>
            <a:ext cx="71998" cy="12700"/>
          </a:xfrm>
          <a:prstGeom prst="curvedConnector3">
            <a:avLst>
              <a:gd name="adj1" fmla="val 50000"/>
            </a:avLst>
          </a:prstGeom>
          <a:ln w="25400">
            <a:solidFill>
              <a:schemeClr val="accent4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7" name="타원 306">
            <a:extLst>
              <a:ext uri="{FF2B5EF4-FFF2-40B4-BE49-F238E27FC236}">
                <a16:creationId xmlns:a16="http://schemas.microsoft.com/office/drawing/2014/main" id="{01989FC0-68F9-BAFA-6704-D49DEC5BEB08}"/>
              </a:ext>
            </a:extLst>
          </p:cNvPr>
          <p:cNvSpPr/>
          <p:nvPr/>
        </p:nvSpPr>
        <p:spPr>
          <a:xfrm>
            <a:off x="3060000" y="3960000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 dirty="0"/>
          </a:p>
        </p:txBody>
      </p:sp>
      <p:sp>
        <p:nvSpPr>
          <p:cNvPr id="308" name="타원 307">
            <a:extLst>
              <a:ext uri="{FF2B5EF4-FFF2-40B4-BE49-F238E27FC236}">
                <a16:creationId xmlns:a16="http://schemas.microsoft.com/office/drawing/2014/main" id="{2FAF2655-38F5-00E3-B789-A3851C530992}"/>
              </a:ext>
            </a:extLst>
          </p:cNvPr>
          <p:cNvSpPr/>
          <p:nvPr/>
        </p:nvSpPr>
        <p:spPr>
          <a:xfrm>
            <a:off x="3060000" y="3600000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 dirty="0"/>
          </a:p>
        </p:txBody>
      </p:sp>
      <p:sp>
        <p:nvSpPr>
          <p:cNvPr id="309" name="타원 308">
            <a:extLst>
              <a:ext uri="{FF2B5EF4-FFF2-40B4-BE49-F238E27FC236}">
                <a16:creationId xmlns:a16="http://schemas.microsoft.com/office/drawing/2014/main" id="{A3653A44-D3D2-7ACB-90BE-A0CEB7A78242}"/>
              </a:ext>
            </a:extLst>
          </p:cNvPr>
          <p:cNvSpPr/>
          <p:nvPr/>
        </p:nvSpPr>
        <p:spPr>
          <a:xfrm>
            <a:off x="3780000" y="2520000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fr-FR" altLang="ko-KR" sz="601" b="1" dirty="0">
                <a:solidFill>
                  <a:schemeClr val="tx1"/>
                </a:solidFill>
                <a:latin typeface="Cambria" panose="02040503050406030204" pitchFamily="18" charset="0"/>
              </a:rPr>
              <a:t>J</a:t>
            </a:r>
            <a:endParaRPr lang="ko-KR" altLang="en-US" sz="601" b="1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321" name="타원 320">
            <a:extLst>
              <a:ext uri="{FF2B5EF4-FFF2-40B4-BE49-F238E27FC236}">
                <a16:creationId xmlns:a16="http://schemas.microsoft.com/office/drawing/2014/main" id="{34CFDC13-14FD-76B7-CBED-869DD490B46E}"/>
              </a:ext>
            </a:extLst>
          </p:cNvPr>
          <p:cNvSpPr/>
          <p:nvPr/>
        </p:nvSpPr>
        <p:spPr>
          <a:xfrm flipH="1">
            <a:off x="4320000" y="2700000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altLang="ko-KR" sz="600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X</a:t>
            </a:r>
            <a:endParaRPr lang="ko-KR" altLang="en-US" sz="600" b="1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grpSp>
        <p:nvGrpSpPr>
          <p:cNvPr id="329" name="그룹 328">
            <a:extLst>
              <a:ext uri="{FF2B5EF4-FFF2-40B4-BE49-F238E27FC236}">
                <a16:creationId xmlns:a16="http://schemas.microsoft.com/office/drawing/2014/main" id="{1FCF5392-87B9-D1CA-87E0-FF39426A6D63}"/>
              </a:ext>
            </a:extLst>
          </p:cNvPr>
          <p:cNvGrpSpPr/>
          <p:nvPr/>
        </p:nvGrpSpPr>
        <p:grpSpPr>
          <a:xfrm>
            <a:off x="3060000" y="3600000"/>
            <a:ext cx="1548000" cy="324000"/>
            <a:chOff x="3060000" y="3600000"/>
            <a:chExt cx="1548000" cy="324000"/>
          </a:xfrm>
        </p:grpSpPr>
        <p:sp>
          <p:nvSpPr>
            <p:cNvPr id="812" name="타원 811">
              <a:extLst>
                <a:ext uri="{FF2B5EF4-FFF2-40B4-BE49-F238E27FC236}">
                  <a16:creationId xmlns:a16="http://schemas.microsoft.com/office/drawing/2014/main" id="{BDA7390E-70C0-9103-2229-5E9357F559ED}"/>
                </a:ext>
              </a:extLst>
            </p:cNvPr>
            <p:cNvSpPr/>
            <p:nvPr/>
          </p:nvSpPr>
          <p:spPr>
            <a:xfrm>
              <a:off x="3060000" y="378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B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599" name="사각형: 둥근 모서리 598">
              <a:extLst>
                <a:ext uri="{FF2B5EF4-FFF2-40B4-BE49-F238E27FC236}">
                  <a16:creationId xmlns:a16="http://schemas.microsoft.com/office/drawing/2014/main" id="{D681C6AD-04B3-12B2-4F03-F15793CAD855}"/>
                </a:ext>
              </a:extLst>
            </p:cNvPr>
            <p:cNvSpPr/>
            <p:nvPr/>
          </p:nvSpPr>
          <p:spPr>
            <a:xfrm>
              <a:off x="3564000" y="3744000"/>
              <a:ext cx="540000" cy="180000"/>
            </a:xfrm>
            <a:prstGeom prst="roundRect">
              <a:avLst>
                <a:gd name="adj" fmla="val 50000"/>
              </a:avLst>
            </a:prstGeom>
            <a:solidFill>
              <a:schemeClr val="accent4">
                <a:lumMod val="50000"/>
                <a:alpha val="38000"/>
              </a:schemeClr>
            </a:solidFill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fr-FR" altLang="ko-KR" sz="12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100K</a:t>
              </a:r>
              <a:endParaRPr lang="ko-KR" altLang="en-US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00" name="타원 599">
              <a:extLst>
                <a:ext uri="{FF2B5EF4-FFF2-40B4-BE49-F238E27FC236}">
                  <a16:creationId xmlns:a16="http://schemas.microsoft.com/office/drawing/2014/main" id="{4D0CF15E-0F54-D93D-B515-4FB131338AAD}"/>
                </a:ext>
              </a:extLst>
            </p:cNvPr>
            <p:cNvSpPr/>
            <p:nvPr/>
          </p:nvSpPr>
          <p:spPr>
            <a:xfrm>
              <a:off x="4500000" y="36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/>
            </a:p>
          </p:txBody>
        </p:sp>
        <p:cxnSp>
          <p:nvCxnSpPr>
            <p:cNvPr id="603" name="직선 연결선 602">
              <a:extLst>
                <a:ext uri="{FF2B5EF4-FFF2-40B4-BE49-F238E27FC236}">
                  <a16:creationId xmlns:a16="http://schemas.microsoft.com/office/drawing/2014/main" id="{D38D84D6-B522-4138-AB49-6B86509DEAFF}"/>
                </a:ext>
              </a:extLst>
            </p:cNvPr>
            <p:cNvCxnSpPr>
              <a:cxnSpLocks/>
              <a:endCxn id="599" idx="1"/>
            </p:cNvCxnSpPr>
            <p:nvPr/>
          </p:nvCxnSpPr>
          <p:spPr>
            <a:xfrm>
              <a:off x="3168000" y="3834000"/>
              <a:ext cx="396000" cy="0"/>
            </a:xfrm>
            <a:prstGeom prst="line">
              <a:avLst/>
            </a:prstGeom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연결선: 구부러짐 324">
              <a:extLst>
                <a:ext uri="{FF2B5EF4-FFF2-40B4-BE49-F238E27FC236}">
                  <a16:creationId xmlns:a16="http://schemas.microsoft.com/office/drawing/2014/main" id="{B2664898-E53E-87A3-6DFA-6969215F0AFA}"/>
                </a:ext>
              </a:extLst>
            </p:cNvPr>
            <p:cNvCxnSpPr>
              <a:cxnSpLocks/>
              <a:stCxn id="600" idx="4"/>
              <a:endCxn id="599" idx="3"/>
            </p:cNvCxnSpPr>
            <p:nvPr/>
          </p:nvCxnSpPr>
          <p:spPr>
            <a:xfrm rot="5400000">
              <a:off x="4266000" y="3546000"/>
              <a:ext cx="126000" cy="450000"/>
            </a:xfrm>
            <a:prstGeom prst="curvedConnector2">
              <a:avLst/>
            </a:prstGeom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8" name="그룹 607">
            <a:extLst>
              <a:ext uri="{FF2B5EF4-FFF2-40B4-BE49-F238E27FC236}">
                <a16:creationId xmlns:a16="http://schemas.microsoft.com/office/drawing/2014/main" id="{BB7FBE26-EDCC-9D34-7F96-69A2FE2B380C}"/>
              </a:ext>
            </a:extLst>
          </p:cNvPr>
          <p:cNvGrpSpPr/>
          <p:nvPr/>
        </p:nvGrpSpPr>
        <p:grpSpPr>
          <a:xfrm rot="5400000">
            <a:off x="3960000" y="3384000"/>
            <a:ext cx="828000" cy="180000"/>
            <a:chOff x="4860000" y="4284002"/>
            <a:chExt cx="828000" cy="180000"/>
          </a:xfrm>
        </p:grpSpPr>
        <p:sp>
          <p:nvSpPr>
            <p:cNvPr id="609" name="사각형: 둥근 모서리 608">
              <a:extLst>
                <a:ext uri="{FF2B5EF4-FFF2-40B4-BE49-F238E27FC236}">
                  <a16:creationId xmlns:a16="http://schemas.microsoft.com/office/drawing/2014/main" id="{BF660E92-FABD-7AA5-2E45-3A8D02C8E7F5}"/>
                </a:ext>
              </a:extLst>
            </p:cNvPr>
            <p:cNvSpPr/>
            <p:nvPr/>
          </p:nvSpPr>
          <p:spPr>
            <a:xfrm>
              <a:off x="5003998" y="4284002"/>
              <a:ext cx="540000" cy="180000"/>
            </a:xfrm>
            <a:prstGeom prst="roundRect">
              <a:avLst>
                <a:gd name="adj" fmla="val 50000"/>
              </a:avLst>
            </a:prstGeom>
            <a:solidFill>
              <a:schemeClr val="accent4">
                <a:lumMod val="50000"/>
                <a:alpha val="38000"/>
              </a:schemeClr>
            </a:solidFill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fr-FR" altLang="ko-KR" sz="12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10K</a:t>
              </a:r>
              <a:endParaRPr lang="ko-KR" altLang="en-US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10" name="타원 609">
              <a:extLst>
                <a:ext uri="{FF2B5EF4-FFF2-40B4-BE49-F238E27FC236}">
                  <a16:creationId xmlns:a16="http://schemas.microsoft.com/office/drawing/2014/main" id="{CB7E7939-E3C3-842B-AABA-C4AB222D199A}"/>
                </a:ext>
              </a:extLst>
            </p:cNvPr>
            <p:cNvSpPr/>
            <p:nvPr/>
          </p:nvSpPr>
          <p:spPr>
            <a:xfrm rot="16200000">
              <a:off x="558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K</a:t>
              </a:r>
              <a:endParaRPr lang="ko-KR" altLang="en-US" sz="1600" dirty="0"/>
            </a:p>
          </p:txBody>
        </p:sp>
        <p:sp>
          <p:nvSpPr>
            <p:cNvPr id="611" name="타원 610">
              <a:extLst>
                <a:ext uri="{FF2B5EF4-FFF2-40B4-BE49-F238E27FC236}">
                  <a16:creationId xmlns:a16="http://schemas.microsoft.com/office/drawing/2014/main" id="{8EC466C7-D871-26D9-490B-FA484FD594C6}"/>
                </a:ext>
              </a:extLst>
            </p:cNvPr>
            <p:cNvSpPr/>
            <p:nvPr/>
          </p:nvSpPr>
          <p:spPr>
            <a:xfrm rot="16200000">
              <a:off x="486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O</a:t>
              </a:r>
              <a:endParaRPr lang="ko-KR" altLang="en-US" sz="1600" dirty="0"/>
            </a:p>
          </p:txBody>
        </p:sp>
        <p:cxnSp>
          <p:nvCxnSpPr>
            <p:cNvPr id="612" name="직선 연결선 611">
              <a:extLst>
                <a:ext uri="{FF2B5EF4-FFF2-40B4-BE49-F238E27FC236}">
                  <a16:creationId xmlns:a16="http://schemas.microsoft.com/office/drawing/2014/main" id="{3EAC6EA1-6D77-0559-7ADB-32A3EEF6C477}"/>
                </a:ext>
              </a:extLst>
            </p:cNvPr>
            <p:cNvCxnSpPr>
              <a:cxnSpLocks/>
              <a:stCxn id="609" idx="1"/>
              <a:endCxn id="611" idx="4"/>
            </p:cNvCxnSpPr>
            <p:nvPr/>
          </p:nvCxnSpPr>
          <p:spPr>
            <a:xfrm rot="16200000" flipV="1">
              <a:off x="4985998" y="4356002"/>
              <a:ext cx="2" cy="35998"/>
            </a:xfrm>
            <a:prstGeom prst="line">
              <a:avLst/>
            </a:prstGeom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3" name="직선 연결선 612">
              <a:extLst>
                <a:ext uri="{FF2B5EF4-FFF2-40B4-BE49-F238E27FC236}">
                  <a16:creationId xmlns:a16="http://schemas.microsoft.com/office/drawing/2014/main" id="{560FCA52-CAF9-597A-35B1-B128161BEA35}"/>
                </a:ext>
              </a:extLst>
            </p:cNvPr>
            <p:cNvCxnSpPr>
              <a:cxnSpLocks/>
              <a:stCxn id="610" idx="0"/>
              <a:endCxn id="609" idx="3"/>
            </p:cNvCxnSpPr>
            <p:nvPr/>
          </p:nvCxnSpPr>
          <p:spPr>
            <a:xfrm rot="16200000" flipH="1" flipV="1">
              <a:off x="5561998" y="4356000"/>
              <a:ext cx="2" cy="36002"/>
            </a:xfrm>
            <a:prstGeom prst="line">
              <a:avLst/>
            </a:prstGeom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4" name="그룹 373">
            <a:extLst>
              <a:ext uri="{FF2B5EF4-FFF2-40B4-BE49-F238E27FC236}">
                <a16:creationId xmlns:a16="http://schemas.microsoft.com/office/drawing/2014/main" id="{C1BF5443-D388-57EC-438D-12580F8A049D}"/>
              </a:ext>
            </a:extLst>
          </p:cNvPr>
          <p:cNvGrpSpPr/>
          <p:nvPr/>
        </p:nvGrpSpPr>
        <p:grpSpPr>
          <a:xfrm>
            <a:off x="3600000" y="4428001"/>
            <a:ext cx="828000" cy="540000"/>
            <a:chOff x="3600000" y="4428001"/>
            <a:chExt cx="828000" cy="540000"/>
          </a:xfrm>
        </p:grpSpPr>
        <p:sp>
          <p:nvSpPr>
            <p:cNvPr id="585" name="직사각형 584">
              <a:extLst>
                <a:ext uri="{FF2B5EF4-FFF2-40B4-BE49-F238E27FC236}">
                  <a16:creationId xmlns:a16="http://schemas.microsoft.com/office/drawing/2014/main" id="{C061DB26-24A4-A1AC-11DE-C1F5AD932453}"/>
                </a:ext>
              </a:extLst>
            </p:cNvPr>
            <p:cNvSpPr/>
            <p:nvPr/>
          </p:nvSpPr>
          <p:spPr>
            <a:xfrm>
              <a:off x="3636000" y="4428001"/>
              <a:ext cx="756000" cy="540000"/>
            </a:xfrm>
            <a:prstGeom prst="rect">
              <a:avLst/>
            </a:prstGeom>
            <a:solidFill>
              <a:srgbClr val="FFFF00">
                <a:alpha val="37000"/>
              </a:srgbClr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586" name="타원 585">
              <a:extLst>
                <a:ext uri="{FF2B5EF4-FFF2-40B4-BE49-F238E27FC236}">
                  <a16:creationId xmlns:a16="http://schemas.microsoft.com/office/drawing/2014/main" id="{4A16397E-706B-3232-6CF9-3D47AE4AA1A9}"/>
                </a:ext>
              </a:extLst>
            </p:cNvPr>
            <p:cNvSpPr/>
            <p:nvPr/>
          </p:nvSpPr>
          <p:spPr>
            <a:xfrm>
              <a:off x="3600000" y="4680001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587" name="타원 586">
              <a:extLst>
                <a:ext uri="{FF2B5EF4-FFF2-40B4-BE49-F238E27FC236}">
                  <a16:creationId xmlns:a16="http://schemas.microsoft.com/office/drawing/2014/main" id="{2D8F8BFA-CC68-5569-196D-685913A04C36}"/>
                </a:ext>
              </a:extLst>
            </p:cNvPr>
            <p:cNvSpPr/>
            <p:nvPr/>
          </p:nvSpPr>
          <p:spPr>
            <a:xfrm>
              <a:off x="4320000" y="4680001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362" name="타원 361">
              <a:extLst>
                <a:ext uri="{FF2B5EF4-FFF2-40B4-BE49-F238E27FC236}">
                  <a16:creationId xmlns:a16="http://schemas.microsoft.com/office/drawing/2014/main" id="{DBA63D27-CDFD-0CEC-B576-8EE0F075A9E7}"/>
                </a:ext>
              </a:extLst>
            </p:cNvPr>
            <p:cNvSpPr/>
            <p:nvPr/>
          </p:nvSpPr>
          <p:spPr>
            <a:xfrm>
              <a:off x="3780000" y="468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373" name="타원 372">
              <a:extLst>
                <a:ext uri="{FF2B5EF4-FFF2-40B4-BE49-F238E27FC236}">
                  <a16:creationId xmlns:a16="http://schemas.microsoft.com/office/drawing/2014/main" id="{B7D43F52-9AE9-257C-F4CD-A588A27FCE30}"/>
                </a:ext>
              </a:extLst>
            </p:cNvPr>
            <p:cNvSpPr/>
            <p:nvPr/>
          </p:nvSpPr>
          <p:spPr>
            <a:xfrm>
              <a:off x="4140000" y="468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</p:grpSp>
    </p:spTree>
    <p:extLst>
      <p:ext uri="{BB962C8B-B14F-4D97-AF65-F5344CB8AC3E}">
        <p14:creationId xmlns:p14="http://schemas.microsoft.com/office/powerpoint/2010/main" val="11543329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2691</TotalTime>
  <Words>641</Words>
  <Application>Microsoft Office PowerPoint</Application>
  <PresentationFormat>A4 용지(210x297mm)</PresentationFormat>
  <Paragraphs>79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Cambria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Jay Han</dc:creator>
  <cp:lastModifiedBy>Jay Han</cp:lastModifiedBy>
  <cp:revision>32</cp:revision>
  <dcterms:created xsi:type="dcterms:W3CDTF">2023-10-12T18:46:51Z</dcterms:created>
  <dcterms:modified xsi:type="dcterms:W3CDTF">2023-10-25T21:22:27Z</dcterms:modified>
</cp:coreProperties>
</file>